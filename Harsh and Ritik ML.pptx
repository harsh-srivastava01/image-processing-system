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72" r:id="rId3"/>
    <p:sldId id="273" r:id="rId4"/>
    <p:sldId id="274" r:id="rId5"/>
    <p:sldId id="275" r:id="rId6"/>
    <p:sldId id="280" r:id="rId7"/>
    <p:sldId id="281" r:id="rId8"/>
    <p:sldId id="282" r:id="rId9"/>
    <p:sldId id="276" r:id="rId10"/>
    <p:sldId id="277" r:id="rId11"/>
    <p:sldId id="278" r:id="rId12"/>
    <p:sldId id="283" r:id="rId13"/>
    <p:sldId id="279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-1476" y="-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B1B060-6301-4391-9A5B-F0E860017E3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B655FAA-11F4-4D0F-83D9-B9A267815A7D}">
      <dgm:prSet/>
      <dgm:spPr/>
      <dgm:t>
        <a:bodyPr/>
        <a:lstStyle/>
        <a:p>
          <a:pPr rtl="0">
            <a:defRPr cap="all"/>
          </a:pPr>
          <a:r>
            <a:rPr lang="en-US" dirty="0"/>
            <a:t>Title:</a:t>
          </a:r>
          <a:r>
            <a:rPr lang="en-US" dirty="0">
              <a:latin typeface="Garamond" panose="02020404030301010803"/>
            </a:rPr>
            <a:t> -</a:t>
          </a:r>
          <a:r>
            <a:rPr lang="en-US" dirty="0"/>
            <a:t> "Machine Learning-Based </a:t>
          </a:r>
          <a:r>
            <a:rPr lang="en-US"/>
            <a:t>Image</a:t>
          </a:r>
          <a:r>
            <a:rPr lang="en-US">
              <a:latin typeface="Garamond" panose="02020404030301010803"/>
            </a:rPr>
            <a:t> </a:t>
          </a:r>
          <a:r>
            <a:rPr lang="en-US" smtClean="0">
              <a:latin typeface="Garamond" panose="02020404030301010803"/>
            </a:rPr>
            <a:t>processing</a:t>
          </a:r>
          <a:br>
            <a:rPr lang="en-US" smtClean="0">
              <a:latin typeface="Garamond" panose="02020404030301010803"/>
            </a:rPr>
          </a:br>
          <a:r>
            <a:rPr lang="en-US" smtClean="0"/>
            <a:t>Project</a:t>
          </a:r>
          <a:r>
            <a:rPr lang="en-US"/>
            <a:t>"</a:t>
          </a:r>
        </a:p>
      </dgm:t>
    </dgm:pt>
    <dgm:pt modelId="{AE057731-207E-4C07-B7C7-DA2EEA1FADA7}" type="parTrans" cxnId="{530F14C4-64DF-45EC-9311-12E991D56F32}">
      <dgm:prSet/>
      <dgm:spPr/>
      <dgm:t>
        <a:bodyPr/>
        <a:lstStyle/>
        <a:p>
          <a:endParaRPr lang="en-US"/>
        </a:p>
      </dgm:t>
    </dgm:pt>
    <dgm:pt modelId="{1DCE7E84-2914-47D2-8C38-91EB9A0DA8EE}" type="sibTrans" cxnId="{530F14C4-64DF-45EC-9311-12E991D56F32}">
      <dgm:prSet/>
      <dgm:spPr/>
      <dgm:t>
        <a:bodyPr/>
        <a:lstStyle/>
        <a:p>
          <a:endParaRPr lang="en-US"/>
        </a:p>
      </dgm:t>
    </dgm:pt>
    <dgm:pt modelId="{57151743-9D2A-49B7-82D4-91CA101C5980}">
      <dgm:prSet phldr="0"/>
      <dgm:spPr/>
      <dgm:t>
        <a:bodyPr/>
        <a:lstStyle/>
        <a:p>
          <a:pPr rtl="0">
            <a:defRPr cap="all"/>
          </a:pPr>
          <a:r>
            <a:rPr lang="en-US">
              <a:latin typeface="Garamond" panose="02020404030301010803"/>
            </a:rPr>
            <a:t>SUBMITTED TO :- dr. Vijay Kumar Dwivedi </a:t>
          </a:r>
          <a:endParaRPr lang="en-US"/>
        </a:p>
      </dgm:t>
    </dgm:pt>
    <dgm:pt modelId="{54FC58AE-EAEE-49B1-9124-4DE31CAAAE19}" type="parTrans" cxnId="{DE3135CF-7C59-46CD-AADB-CE7220303588}">
      <dgm:prSet/>
      <dgm:spPr/>
      <dgm:t>
        <a:bodyPr/>
        <a:lstStyle/>
        <a:p>
          <a:endParaRPr lang="en-US"/>
        </a:p>
      </dgm:t>
    </dgm:pt>
    <dgm:pt modelId="{6FF02C08-96BF-40A4-8651-90B4471C93D9}" type="sibTrans" cxnId="{DE3135CF-7C59-46CD-AADB-CE7220303588}">
      <dgm:prSet/>
      <dgm:spPr/>
      <dgm:t>
        <a:bodyPr/>
        <a:lstStyle/>
        <a:p>
          <a:endParaRPr lang="en-US"/>
        </a:p>
      </dgm:t>
    </dgm:pt>
    <dgm:pt modelId="{9A2FEB07-4C0D-4610-A9FD-6CF7FB68F1F8}">
      <dgm:prSet phldr="0"/>
      <dgm:spPr/>
      <dgm:t>
        <a:bodyPr/>
        <a:lstStyle/>
        <a:p>
          <a:pPr rtl="0">
            <a:defRPr cap="all"/>
          </a:pPr>
          <a:r>
            <a:rPr lang="en-US">
              <a:latin typeface="Garamond" panose="02020404030301010803"/>
            </a:rPr>
            <a:t>TEAM: - RITIK KAPIL AND HARSH SRIVASTAVA</a:t>
          </a:r>
        </a:p>
      </dgm:t>
    </dgm:pt>
    <dgm:pt modelId="{833558E7-7274-452B-AEBB-472689B714E7}" type="parTrans" cxnId="{F9C36A55-62C2-4FAF-8028-0DFDCCD28EF4}">
      <dgm:prSet/>
      <dgm:spPr/>
    </dgm:pt>
    <dgm:pt modelId="{0FD64EE6-2F53-4645-A75B-7754137D6EE0}" type="sibTrans" cxnId="{F9C36A55-62C2-4FAF-8028-0DFDCCD28EF4}">
      <dgm:prSet/>
      <dgm:spPr/>
    </dgm:pt>
    <dgm:pt modelId="{919A54C7-FF64-472B-AF58-4DFE69A17594}" type="pres">
      <dgm:prSet presAssocID="{D8B1B060-6301-4391-9A5B-F0E860017E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51EA783-F13C-4951-9B7F-5C958BDDE754}" type="pres">
      <dgm:prSet presAssocID="{5B655FAA-11F4-4D0F-83D9-B9A267815A7D}" presName="hierRoot1" presStyleCnt="0"/>
      <dgm:spPr/>
    </dgm:pt>
    <dgm:pt modelId="{AE1CA6B4-AF7F-48B8-8188-74ED0581F9B1}" type="pres">
      <dgm:prSet presAssocID="{5B655FAA-11F4-4D0F-83D9-B9A267815A7D}" presName="composite" presStyleCnt="0"/>
      <dgm:spPr/>
    </dgm:pt>
    <dgm:pt modelId="{D8B097FD-F0C3-4D8F-82B5-FF9B0BB381DD}" type="pres">
      <dgm:prSet presAssocID="{5B655FAA-11F4-4D0F-83D9-B9A267815A7D}" presName="background" presStyleLbl="node0" presStyleIdx="0" presStyleCnt="3"/>
      <dgm:spPr/>
    </dgm:pt>
    <dgm:pt modelId="{E44C3228-B2BE-42E5-8B70-3504C6A9D46C}" type="pres">
      <dgm:prSet presAssocID="{5B655FAA-11F4-4D0F-83D9-B9A267815A7D}" presName="text" presStyleLbl="fgAcc0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6C63DF-7B1A-4878-B689-499B83022538}" type="pres">
      <dgm:prSet presAssocID="{5B655FAA-11F4-4D0F-83D9-B9A267815A7D}" presName="hierChild2" presStyleCnt="0"/>
      <dgm:spPr/>
    </dgm:pt>
    <dgm:pt modelId="{87000ED7-D929-498A-A5C3-B69A558BE7F4}" type="pres">
      <dgm:prSet presAssocID="{9A2FEB07-4C0D-4610-A9FD-6CF7FB68F1F8}" presName="hierRoot1" presStyleCnt="0"/>
      <dgm:spPr/>
    </dgm:pt>
    <dgm:pt modelId="{F32A6BF5-7DD6-48AE-AA9B-E3B730F7D306}" type="pres">
      <dgm:prSet presAssocID="{9A2FEB07-4C0D-4610-A9FD-6CF7FB68F1F8}" presName="composite" presStyleCnt="0"/>
      <dgm:spPr/>
    </dgm:pt>
    <dgm:pt modelId="{EC3153F5-EB00-4F7D-BEA5-1CBB43975117}" type="pres">
      <dgm:prSet presAssocID="{9A2FEB07-4C0D-4610-A9FD-6CF7FB68F1F8}" presName="background" presStyleLbl="node0" presStyleIdx="1" presStyleCnt="3"/>
      <dgm:spPr/>
    </dgm:pt>
    <dgm:pt modelId="{58EACB26-096B-4837-8C29-7755B9C035DD}" type="pres">
      <dgm:prSet presAssocID="{9A2FEB07-4C0D-4610-A9FD-6CF7FB68F1F8}" presName="text" presStyleLbl="fgAcc0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3E235D7-7356-47BA-AEB8-84EEED76094F}" type="pres">
      <dgm:prSet presAssocID="{9A2FEB07-4C0D-4610-A9FD-6CF7FB68F1F8}" presName="hierChild2" presStyleCnt="0"/>
      <dgm:spPr/>
    </dgm:pt>
    <dgm:pt modelId="{E7372862-D0FB-4830-83AB-7053391B3FD1}" type="pres">
      <dgm:prSet presAssocID="{57151743-9D2A-49B7-82D4-91CA101C5980}" presName="hierRoot1" presStyleCnt="0"/>
      <dgm:spPr/>
    </dgm:pt>
    <dgm:pt modelId="{A7049CC2-CF7A-4C2D-AA39-7E04480592F3}" type="pres">
      <dgm:prSet presAssocID="{57151743-9D2A-49B7-82D4-91CA101C5980}" presName="composite" presStyleCnt="0"/>
      <dgm:spPr/>
    </dgm:pt>
    <dgm:pt modelId="{2CCD1AA3-A00D-4230-B0F3-819F9ED50E84}" type="pres">
      <dgm:prSet presAssocID="{57151743-9D2A-49B7-82D4-91CA101C5980}" presName="background" presStyleLbl="node0" presStyleIdx="2" presStyleCnt="3"/>
      <dgm:spPr/>
    </dgm:pt>
    <dgm:pt modelId="{F9F17633-CD81-4262-9B36-9047EF67B8CB}" type="pres">
      <dgm:prSet presAssocID="{57151743-9D2A-49B7-82D4-91CA101C5980}" presName="text" presStyleLbl="fgAcc0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81F456-5A0B-4EB2-8A2E-EE2A275E421C}" type="pres">
      <dgm:prSet presAssocID="{57151743-9D2A-49B7-82D4-91CA101C5980}" presName="hierChild2" presStyleCnt="0"/>
      <dgm:spPr/>
    </dgm:pt>
  </dgm:ptLst>
  <dgm:cxnLst>
    <dgm:cxn modelId="{DE3135CF-7C59-46CD-AADB-CE7220303588}" srcId="{D8B1B060-6301-4391-9A5B-F0E860017E31}" destId="{57151743-9D2A-49B7-82D4-91CA101C5980}" srcOrd="2" destOrd="0" parTransId="{54FC58AE-EAEE-49B1-9124-4DE31CAAAE19}" sibTransId="{6FF02C08-96BF-40A4-8651-90B4471C93D9}"/>
    <dgm:cxn modelId="{9DD6607B-0FED-49BB-9EA0-8969378189EE}" type="presOf" srcId="{5B655FAA-11F4-4D0F-83D9-B9A267815A7D}" destId="{E44C3228-B2BE-42E5-8B70-3504C6A9D46C}" srcOrd="0" destOrd="0" presId="urn:microsoft.com/office/officeart/2005/8/layout/hierarchy1"/>
    <dgm:cxn modelId="{F9C36A55-62C2-4FAF-8028-0DFDCCD28EF4}" srcId="{D8B1B060-6301-4391-9A5B-F0E860017E31}" destId="{9A2FEB07-4C0D-4610-A9FD-6CF7FB68F1F8}" srcOrd="1" destOrd="0" parTransId="{833558E7-7274-452B-AEBB-472689B714E7}" sibTransId="{0FD64EE6-2F53-4645-A75B-7754137D6EE0}"/>
    <dgm:cxn modelId="{530F14C4-64DF-45EC-9311-12E991D56F32}" srcId="{D8B1B060-6301-4391-9A5B-F0E860017E31}" destId="{5B655FAA-11F4-4D0F-83D9-B9A267815A7D}" srcOrd="0" destOrd="0" parTransId="{AE057731-207E-4C07-B7C7-DA2EEA1FADA7}" sibTransId="{1DCE7E84-2914-47D2-8C38-91EB9A0DA8EE}"/>
    <dgm:cxn modelId="{CA08DCB8-4B34-4528-8421-05695F8CFA20}" type="presOf" srcId="{9A2FEB07-4C0D-4610-A9FD-6CF7FB68F1F8}" destId="{58EACB26-096B-4837-8C29-7755B9C035DD}" srcOrd="0" destOrd="0" presId="urn:microsoft.com/office/officeart/2005/8/layout/hierarchy1"/>
    <dgm:cxn modelId="{3AAE5546-3187-4271-B884-836631A145D5}" type="presOf" srcId="{57151743-9D2A-49B7-82D4-91CA101C5980}" destId="{F9F17633-CD81-4262-9B36-9047EF67B8CB}" srcOrd="0" destOrd="0" presId="urn:microsoft.com/office/officeart/2005/8/layout/hierarchy1"/>
    <dgm:cxn modelId="{1CA9267D-0CEC-47C8-80BA-50F40BFB55B5}" type="presOf" srcId="{D8B1B060-6301-4391-9A5B-F0E860017E31}" destId="{919A54C7-FF64-472B-AF58-4DFE69A17594}" srcOrd="0" destOrd="0" presId="urn:microsoft.com/office/officeart/2005/8/layout/hierarchy1"/>
    <dgm:cxn modelId="{9BE92F4D-199D-44AE-98F9-69F1425EDEB5}" type="presParOf" srcId="{919A54C7-FF64-472B-AF58-4DFE69A17594}" destId="{951EA783-F13C-4951-9B7F-5C958BDDE754}" srcOrd="0" destOrd="0" presId="urn:microsoft.com/office/officeart/2005/8/layout/hierarchy1"/>
    <dgm:cxn modelId="{5240A476-1C26-482F-95BA-3B521AA4CA18}" type="presParOf" srcId="{951EA783-F13C-4951-9B7F-5C958BDDE754}" destId="{AE1CA6B4-AF7F-48B8-8188-74ED0581F9B1}" srcOrd="0" destOrd="0" presId="urn:microsoft.com/office/officeart/2005/8/layout/hierarchy1"/>
    <dgm:cxn modelId="{058BFED3-9B5E-48F6-9B98-0563A25454C2}" type="presParOf" srcId="{AE1CA6B4-AF7F-48B8-8188-74ED0581F9B1}" destId="{D8B097FD-F0C3-4D8F-82B5-FF9B0BB381DD}" srcOrd="0" destOrd="0" presId="urn:microsoft.com/office/officeart/2005/8/layout/hierarchy1"/>
    <dgm:cxn modelId="{F427FB0B-A198-4EEE-A182-25FCC28CCE00}" type="presParOf" srcId="{AE1CA6B4-AF7F-48B8-8188-74ED0581F9B1}" destId="{E44C3228-B2BE-42E5-8B70-3504C6A9D46C}" srcOrd="1" destOrd="0" presId="urn:microsoft.com/office/officeart/2005/8/layout/hierarchy1"/>
    <dgm:cxn modelId="{223B8DD4-D98A-461B-B566-7AD1AF6A2110}" type="presParOf" srcId="{951EA783-F13C-4951-9B7F-5C958BDDE754}" destId="{686C63DF-7B1A-4878-B689-499B83022538}" srcOrd="1" destOrd="0" presId="urn:microsoft.com/office/officeart/2005/8/layout/hierarchy1"/>
    <dgm:cxn modelId="{DEE27FBA-D81C-4697-B2F3-C2F063A2B715}" type="presParOf" srcId="{919A54C7-FF64-472B-AF58-4DFE69A17594}" destId="{87000ED7-D929-498A-A5C3-B69A558BE7F4}" srcOrd="1" destOrd="0" presId="urn:microsoft.com/office/officeart/2005/8/layout/hierarchy1"/>
    <dgm:cxn modelId="{EF3EBC6C-CEC8-4BC3-AC5E-214BF48B3D54}" type="presParOf" srcId="{87000ED7-D929-498A-A5C3-B69A558BE7F4}" destId="{F32A6BF5-7DD6-48AE-AA9B-E3B730F7D306}" srcOrd="0" destOrd="0" presId="urn:microsoft.com/office/officeart/2005/8/layout/hierarchy1"/>
    <dgm:cxn modelId="{1181127D-7CE8-420D-8F08-F4B7CC476182}" type="presParOf" srcId="{F32A6BF5-7DD6-48AE-AA9B-E3B730F7D306}" destId="{EC3153F5-EB00-4F7D-BEA5-1CBB43975117}" srcOrd="0" destOrd="0" presId="urn:microsoft.com/office/officeart/2005/8/layout/hierarchy1"/>
    <dgm:cxn modelId="{66A95B49-12EB-4EBA-9FE9-B95867C55E20}" type="presParOf" srcId="{F32A6BF5-7DD6-48AE-AA9B-E3B730F7D306}" destId="{58EACB26-096B-4837-8C29-7755B9C035DD}" srcOrd="1" destOrd="0" presId="urn:microsoft.com/office/officeart/2005/8/layout/hierarchy1"/>
    <dgm:cxn modelId="{510D0352-5179-40BC-B396-F015C669474C}" type="presParOf" srcId="{87000ED7-D929-498A-A5C3-B69A558BE7F4}" destId="{E3E235D7-7356-47BA-AEB8-84EEED76094F}" srcOrd="1" destOrd="0" presId="urn:microsoft.com/office/officeart/2005/8/layout/hierarchy1"/>
    <dgm:cxn modelId="{A37C1D2A-6E46-4813-9561-690664DA27B5}" type="presParOf" srcId="{919A54C7-FF64-472B-AF58-4DFE69A17594}" destId="{E7372862-D0FB-4830-83AB-7053391B3FD1}" srcOrd="2" destOrd="0" presId="urn:microsoft.com/office/officeart/2005/8/layout/hierarchy1"/>
    <dgm:cxn modelId="{25BD2944-8EE5-4A0C-B1F8-F2CC82CE0A34}" type="presParOf" srcId="{E7372862-D0FB-4830-83AB-7053391B3FD1}" destId="{A7049CC2-CF7A-4C2D-AA39-7E04480592F3}" srcOrd="0" destOrd="0" presId="urn:microsoft.com/office/officeart/2005/8/layout/hierarchy1"/>
    <dgm:cxn modelId="{A80DCFD7-7DAC-43A0-8D3E-ADA273312748}" type="presParOf" srcId="{A7049CC2-CF7A-4C2D-AA39-7E04480592F3}" destId="{2CCD1AA3-A00D-4230-B0F3-819F9ED50E84}" srcOrd="0" destOrd="0" presId="urn:microsoft.com/office/officeart/2005/8/layout/hierarchy1"/>
    <dgm:cxn modelId="{64D4733E-7CDB-4412-B293-FBAAB380D513}" type="presParOf" srcId="{A7049CC2-CF7A-4C2D-AA39-7E04480592F3}" destId="{F9F17633-CD81-4262-9B36-9047EF67B8CB}" srcOrd="1" destOrd="0" presId="urn:microsoft.com/office/officeart/2005/8/layout/hierarchy1"/>
    <dgm:cxn modelId="{0A324B12-9032-4941-9D69-9A9A1EED00C8}" type="presParOf" srcId="{E7372862-D0FB-4830-83AB-7053391B3FD1}" destId="{4F81F456-5A0B-4EB2-8A2E-EE2A275E42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9B44D-76CC-4C0B-A470-89DE6A2E44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B5336D9-3E90-4F33-9E58-A639FAA281D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its ability to manipulate and analyze images or visual data.</a:t>
          </a:r>
          <a:r>
            <a:rPr lang="en-US">
              <a:latin typeface="Garamond" panose="02020404030301010803"/>
            </a:rPr>
            <a:t> </a:t>
          </a:r>
          <a:endParaRPr lang="en-US" dirty="0"/>
        </a:p>
      </dgm:t>
    </dgm:pt>
    <dgm:pt modelId="{09787876-9F05-4B8D-A414-1E58F11BDF16}" type="parTrans" cxnId="{828F8940-8358-4522-91D7-9BA5738F9BE3}">
      <dgm:prSet/>
      <dgm:spPr/>
      <dgm:t>
        <a:bodyPr/>
        <a:lstStyle/>
        <a:p>
          <a:endParaRPr lang="en-US"/>
        </a:p>
      </dgm:t>
    </dgm:pt>
    <dgm:pt modelId="{A2AA6414-1A1B-42F1-AE19-E375D03A9514}" type="sibTrans" cxnId="{828F8940-8358-4522-91D7-9BA5738F9BE3}">
      <dgm:prSet phldrT="1"/>
      <dgm:spPr/>
      <dgm:t>
        <a:bodyPr/>
        <a:lstStyle/>
        <a:p>
          <a:endParaRPr lang="en-US"/>
        </a:p>
      </dgm:t>
    </dgm:pt>
    <dgm:pt modelId="{9E947760-636E-48E5-9582-EF94C7A1891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Minimize data usage and optimize loading for users with limited internet access.</a:t>
          </a:r>
          <a:endParaRPr lang="en-US" dirty="0">
            <a:latin typeface="Garamond" panose="02020404030301010803"/>
          </a:endParaRPr>
        </a:p>
      </dgm:t>
    </dgm:pt>
    <dgm:pt modelId="{52CB0EA8-967F-4D6A-B7AB-6577E1AE02F5}" type="parTrans" cxnId="{59944304-AE5A-4BCD-963C-F4BC22BB16F1}">
      <dgm:prSet/>
      <dgm:spPr/>
      <dgm:t>
        <a:bodyPr/>
        <a:lstStyle/>
        <a:p>
          <a:endParaRPr lang="en-US"/>
        </a:p>
      </dgm:t>
    </dgm:pt>
    <dgm:pt modelId="{4738692A-661C-4D4E-94B1-FEF15C830037}" type="sibTrans" cxnId="{59944304-AE5A-4BCD-963C-F4BC22BB16F1}">
      <dgm:prSet phldrT="2"/>
      <dgm:spPr/>
      <dgm:t>
        <a:bodyPr/>
        <a:lstStyle/>
        <a:p>
          <a:endParaRPr lang="en-US"/>
        </a:p>
      </dgm:t>
    </dgm:pt>
    <dgm:pt modelId="{EB1BD2AB-F23A-49C9-A5AA-FFB370281A4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 plays a crucial role in image processing by enabling computers to automatically analyze, understand, and manipulate images.</a:t>
          </a:r>
          <a:r>
            <a:rPr lang="en-US">
              <a:latin typeface="Garamond" panose="02020404030301010803"/>
            </a:rPr>
            <a:t> </a:t>
          </a:r>
          <a:endParaRPr lang="en-US" dirty="0"/>
        </a:p>
      </dgm:t>
    </dgm:pt>
    <dgm:pt modelId="{57999D51-4C2C-46FA-AA1E-96930FFAF5DE}" type="parTrans" cxnId="{97FF95D9-3014-408E-9BCB-933C261EA3B5}">
      <dgm:prSet/>
      <dgm:spPr/>
    </dgm:pt>
    <dgm:pt modelId="{DE5F7306-D936-4276-9346-A66F2967F5C6}" type="sibTrans" cxnId="{97FF95D9-3014-408E-9BCB-933C261EA3B5}">
      <dgm:prSet/>
      <dgm:spPr/>
      <dgm:t>
        <a:bodyPr/>
        <a:lstStyle/>
        <a:p>
          <a:endParaRPr lang="en-US"/>
        </a:p>
      </dgm:t>
    </dgm:pt>
    <dgm:pt modelId="{900F528B-771F-4BD4-94C7-8B03B7D68F46}" type="pres">
      <dgm:prSet presAssocID="{12A9B44D-76CC-4C0B-A470-89DE6A2E44FE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26E27F-C24F-4C6A-BCE1-4D5A7A14A05A}" type="pres">
      <dgm:prSet presAssocID="{9B5336D9-3E90-4F33-9E58-A639FAA281D1}" presName="compNode" presStyleCnt="0"/>
      <dgm:spPr/>
    </dgm:pt>
    <dgm:pt modelId="{E224F347-5F8B-4986-A7CF-C583C86337E2}" type="pres">
      <dgm:prSet presAssocID="{9B5336D9-3E90-4F33-9E58-A639FAA281D1}" presName="bgRect" presStyleLbl="bgShp" presStyleIdx="0" presStyleCnt="3"/>
      <dgm:spPr/>
    </dgm:pt>
    <dgm:pt modelId="{9C60CC92-CCEA-46CF-9B9D-2DCE223E62EF}" type="pres">
      <dgm:prSet presAssocID="{9B5336D9-3E90-4F33-9E58-A639FAA281D1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CA4FCFC-CA4B-46A9-9870-B3976AF0971A}" type="pres">
      <dgm:prSet presAssocID="{9B5336D9-3E90-4F33-9E58-A639FAA281D1}" presName="spaceRect" presStyleCnt="0"/>
      <dgm:spPr/>
    </dgm:pt>
    <dgm:pt modelId="{934B1461-E753-455D-A566-41852AA8CC71}" type="pres">
      <dgm:prSet presAssocID="{9B5336D9-3E90-4F33-9E58-A639FAA281D1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B7C22D8-E111-4FED-B6E4-482EE991B026}" type="pres">
      <dgm:prSet presAssocID="{A2AA6414-1A1B-42F1-AE19-E375D03A9514}" presName="sibTrans" presStyleCnt="0"/>
      <dgm:spPr/>
    </dgm:pt>
    <dgm:pt modelId="{41282B41-470F-4F75-8547-BD19F6631C40}" type="pres">
      <dgm:prSet presAssocID="{9E947760-636E-48E5-9582-EF94C7A1891B}" presName="compNode" presStyleCnt="0"/>
      <dgm:spPr/>
    </dgm:pt>
    <dgm:pt modelId="{6B46FAEC-6CC5-42DD-9B36-0CEB9D0EB1F2}" type="pres">
      <dgm:prSet presAssocID="{9E947760-636E-48E5-9582-EF94C7A1891B}" presName="bgRect" presStyleLbl="bgShp" presStyleIdx="1" presStyleCnt="3"/>
      <dgm:spPr/>
    </dgm:pt>
    <dgm:pt modelId="{DC54D7BA-1E50-457A-BF9E-75E01EE7D62D}" type="pres">
      <dgm:prSet presAssocID="{9E947760-636E-48E5-9582-EF94C7A1891B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862AEF2-7A7B-4C59-AF92-9D91396AAF0A}" type="pres">
      <dgm:prSet presAssocID="{9E947760-636E-48E5-9582-EF94C7A1891B}" presName="spaceRect" presStyleCnt="0"/>
      <dgm:spPr/>
    </dgm:pt>
    <dgm:pt modelId="{9885B2E5-9DCC-42E2-9894-8A7581FD2A8E}" type="pres">
      <dgm:prSet presAssocID="{9E947760-636E-48E5-9582-EF94C7A1891B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D094E25-E7D9-4A3C-B730-E312F45C5CEC}" type="pres">
      <dgm:prSet presAssocID="{4738692A-661C-4D4E-94B1-FEF15C830037}" presName="sibTrans" presStyleCnt="0"/>
      <dgm:spPr/>
    </dgm:pt>
    <dgm:pt modelId="{F6AB0A84-38B8-49A8-A242-1B626AD04A29}" type="pres">
      <dgm:prSet presAssocID="{EB1BD2AB-F23A-49C9-A5AA-FFB370281A47}" presName="compNode" presStyleCnt="0"/>
      <dgm:spPr/>
    </dgm:pt>
    <dgm:pt modelId="{C02727FE-362F-42C5-86A6-DC67FEE38223}" type="pres">
      <dgm:prSet presAssocID="{EB1BD2AB-F23A-49C9-A5AA-FFB370281A47}" presName="bgRect" presStyleLbl="bgShp" presStyleIdx="2" presStyleCnt="3"/>
      <dgm:spPr/>
    </dgm:pt>
    <dgm:pt modelId="{F8C153B0-01EB-41DE-8CB7-2D0429F32A7C}" type="pres">
      <dgm:prSet presAssocID="{EB1BD2AB-F23A-49C9-A5AA-FFB370281A47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EEE3D21-82C0-4975-B33C-7E8A26F90056}" type="pres">
      <dgm:prSet presAssocID="{EB1BD2AB-F23A-49C9-A5AA-FFB370281A47}" presName="spaceRect" presStyleCnt="0"/>
      <dgm:spPr/>
    </dgm:pt>
    <dgm:pt modelId="{42180247-27F8-49EA-8048-E8F84777EDCE}" type="pres">
      <dgm:prSet presAssocID="{EB1BD2AB-F23A-49C9-A5AA-FFB370281A47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52E0AA92-652C-439A-A607-D1E5D22EE7F9}" type="presOf" srcId="{EB1BD2AB-F23A-49C9-A5AA-FFB370281A47}" destId="{42180247-27F8-49EA-8048-E8F84777EDCE}" srcOrd="0" destOrd="0" presId="urn:microsoft.com/office/officeart/2018/2/layout/IconVerticalSolidList"/>
    <dgm:cxn modelId="{57858586-6591-44C8-B77D-33F7A3A51F88}" type="presOf" srcId="{12A9B44D-76CC-4C0B-A470-89DE6A2E44FE}" destId="{900F528B-771F-4BD4-94C7-8B03B7D68F46}" srcOrd="0" destOrd="0" presId="urn:microsoft.com/office/officeart/2018/2/layout/IconVerticalSolidList"/>
    <dgm:cxn modelId="{59944304-AE5A-4BCD-963C-F4BC22BB16F1}" srcId="{12A9B44D-76CC-4C0B-A470-89DE6A2E44FE}" destId="{9E947760-636E-48E5-9582-EF94C7A1891B}" srcOrd="1" destOrd="0" parTransId="{52CB0EA8-967F-4D6A-B7AB-6577E1AE02F5}" sibTransId="{4738692A-661C-4D4E-94B1-FEF15C830037}"/>
    <dgm:cxn modelId="{828F8940-8358-4522-91D7-9BA5738F9BE3}" srcId="{12A9B44D-76CC-4C0B-A470-89DE6A2E44FE}" destId="{9B5336D9-3E90-4F33-9E58-A639FAA281D1}" srcOrd="0" destOrd="0" parTransId="{09787876-9F05-4B8D-A414-1E58F11BDF16}" sibTransId="{A2AA6414-1A1B-42F1-AE19-E375D03A9514}"/>
    <dgm:cxn modelId="{423BA2F3-A1B6-49A4-B657-C6A15D2F5B8A}" type="presOf" srcId="{9E947760-636E-48E5-9582-EF94C7A1891B}" destId="{9885B2E5-9DCC-42E2-9894-8A7581FD2A8E}" srcOrd="0" destOrd="0" presId="urn:microsoft.com/office/officeart/2018/2/layout/IconVerticalSolidList"/>
    <dgm:cxn modelId="{170F001A-816C-4369-A67E-2FA5D6E6027E}" type="presOf" srcId="{9B5336D9-3E90-4F33-9E58-A639FAA281D1}" destId="{934B1461-E753-455D-A566-41852AA8CC71}" srcOrd="0" destOrd="0" presId="urn:microsoft.com/office/officeart/2018/2/layout/IconVerticalSolidList"/>
    <dgm:cxn modelId="{97FF95D9-3014-408E-9BCB-933C261EA3B5}" srcId="{12A9B44D-76CC-4C0B-A470-89DE6A2E44FE}" destId="{EB1BD2AB-F23A-49C9-A5AA-FFB370281A47}" srcOrd="2" destOrd="0" parTransId="{57999D51-4C2C-46FA-AA1E-96930FFAF5DE}" sibTransId="{DE5F7306-D936-4276-9346-A66F2967F5C6}"/>
    <dgm:cxn modelId="{192266E0-E98E-4F0E-A815-0AED55500BAE}" type="presParOf" srcId="{900F528B-771F-4BD4-94C7-8B03B7D68F46}" destId="{5E26E27F-C24F-4C6A-BCE1-4D5A7A14A05A}" srcOrd="0" destOrd="0" presId="urn:microsoft.com/office/officeart/2018/2/layout/IconVerticalSolidList"/>
    <dgm:cxn modelId="{2E417B21-8133-4D36-BEAF-0DD14D7F4BE3}" type="presParOf" srcId="{5E26E27F-C24F-4C6A-BCE1-4D5A7A14A05A}" destId="{E224F347-5F8B-4986-A7CF-C583C86337E2}" srcOrd="0" destOrd="0" presId="urn:microsoft.com/office/officeart/2018/2/layout/IconVerticalSolidList"/>
    <dgm:cxn modelId="{3CAC9EED-7AD9-4BF5-85FC-E02DF9437098}" type="presParOf" srcId="{5E26E27F-C24F-4C6A-BCE1-4D5A7A14A05A}" destId="{9C60CC92-CCEA-46CF-9B9D-2DCE223E62EF}" srcOrd="1" destOrd="0" presId="urn:microsoft.com/office/officeart/2018/2/layout/IconVerticalSolidList"/>
    <dgm:cxn modelId="{1DA56A21-8D8A-4B86-A576-61BF9A539D0C}" type="presParOf" srcId="{5E26E27F-C24F-4C6A-BCE1-4D5A7A14A05A}" destId="{CCA4FCFC-CA4B-46A9-9870-B3976AF0971A}" srcOrd="2" destOrd="0" presId="urn:microsoft.com/office/officeart/2018/2/layout/IconVerticalSolidList"/>
    <dgm:cxn modelId="{0F1D3E38-B432-463B-8541-A9879339BFAA}" type="presParOf" srcId="{5E26E27F-C24F-4C6A-BCE1-4D5A7A14A05A}" destId="{934B1461-E753-455D-A566-41852AA8CC71}" srcOrd="3" destOrd="0" presId="urn:microsoft.com/office/officeart/2018/2/layout/IconVerticalSolidList"/>
    <dgm:cxn modelId="{7C90D001-3C99-4B84-9C86-6B63E343387B}" type="presParOf" srcId="{900F528B-771F-4BD4-94C7-8B03B7D68F46}" destId="{3B7C22D8-E111-4FED-B6E4-482EE991B026}" srcOrd="1" destOrd="0" presId="urn:microsoft.com/office/officeart/2018/2/layout/IconVerticalSolidList"/>
    <dgm:cxn modelId="{BC726CDB-1889-4519-AEF3-9805F1BD7054}" type="presParOf" srcId="{900F528B-771F-4BD4-94C7-8B03B7D68F46}" destId="{41282B41-470F-4F75-8547-BD19F6631C40}" srcOrd="2" destOrd="0" presId="urn:microsoft.com/office/officeart/2018/2/layout/IconVerticalSolidList"/>
    <dgm:cxn modelId="{7A8AA266-CF88-4B26-B9AB-5C7DA876CA58}" type="presParOf" srcId="{41282B41-470F-4F75-8547-BD19F6631C40}" destId="{6B46FAEC-6CC5-42DD-9B36-0CEB9D0EB1F2}" srcOrd="0" destOrd="0" presId="urn:microsoft.com/office/officeart/2018/2/layout/IconVerticalSolidList"/>
    <dgm:cxn modelId="{81D03C2A-2822-4D7D-B59E-05C0A902AF8E}" type="presParOf" srcId="{41282B41-470F-4F75-8547-BD19F6631C40}" destId="{DC54D7BA-1E50-457A-BF9E-75E01EE7D62D}" srcOrd="1" destOrd="0" presId="urn:microsoft.com/office/officeart/2018/2/layout/IconVerticalSolidList"/>
    <dgm:cxn modelId="{0868E077-4393-479C-BA86-0E4012434687}" type="presParOf" srcId="{41282B41-470F-4F75-8547-BD19F6631C40}" destId="{5862AEF2-7A7B-4C59-AF92-9D91396AAF0A}" srcOrd="2" destOrd="0" presId="urn:microsoft.com/office/officeart/2018/2/layout/IconVerticalSolidList"/>
    <dgm:cxn modelId="{3EE76AF5-7429-4E35-82C4-73B73A25919D}" type="presParOf" srcId="{41282B41-470F-4F75-8547-BD19F6631C40}" destId="{9885B2E5-9DCC-42E2-9894-8A7581FD2A8E}" srcOrd="3" destOrd="0" presId="urn:microsoft.com/office/officeart/2018/2/layout/IconVerticalSolidList"/>
    <dgm:cxn modelId="{95F441B1-145E-4832-89FE-C309A6171E77}" type="presParOf" srcId="{900F528B-771F-4BD4-94C7-8B03B7D68F46}" destId="{9D094E25-E7D9-4A3C-B730-E312F45C5CEC}" srcOrd="3" destOrd="0" presId="urn:microsoft.com/office/officeart/2018/2/layout/IconVerticalSolidList"/>
    <dgm:cxn modelId="{943A3154-8B7E-41B1-A2BB-6F54F1EA8D43}" type="presParOf" srcId="{900F528B-771F-4BD4-94C7-8B03B7D68F46}" destId="{F6AB0A84-38B8-49A8-A242-1B626AD04A29}" srcOrd="4" destOrd="0" presId="urn:microsoft.com/office/officeart/2018/2/layout/IconVerticalSolidList"/>
    <dgm:cxn modelId="{671E3154-0096-4A4D-909E-AEF676DEFCB1}" type="presParOf" srcId="{F6AB0A84-38B8-49A8-A242-1B626AD04A29}" destId="{C02727FE-362F-42C5-86A6-DC67FEE38223}" srcOrd="0" destOrd="0" presId="urn:microsoft.com/office/officeart/2018/2/layout/IconVerticalSolidList"/>
    <dgm:cxn modelId="{664D4E7E-AC99-475A-9D1A-31ECD08B8FDA}" type="presParOf" srcId="{F6AB0A84-38B8-49A8-A242-1B626AD04A29}" destId="{F8C153B0-01EB-41DE-8CB7-2D0429F32A7C}" srcOrd="1" destOrd="0" presId="urn:microsoft.com/office/officeart/2018/2/layout/IconVerticalSolidList"/>
    <dgm:cxn modelId="{757F314A-F514-47CA-A4DC-B5D9A6D357BD}" type="presParOf" srcId="{F6AB0A84-38B8-49A8-A242-1B626AD04A29}" destId="{3EEE3D21-82C0-4975-B33C-7E8A26F90056}" srcOrd="2" destOrd="0" presId="urn:microsoft.com/office/officeart/2018/2/layout/IconVerticalSolidList"/>
    <dgm:cxn modelId="{CF6E9180-9502-4608-9562-1175E274C5D1}" type="presParOf" srcId="{F6AB0A84-38B8-49A8-A242-1B626AD04A29}" destId="{42180247-27F8-49EA-8048-E8F84777ED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1585A4-BC84-4492-8D41-A8B87B5B76D5}" type="doc">
      <dgm:prSet loTypeId="urn:microsoft.com/office/officeart/2016/7/layout/VerticalHollowActionLis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F690F5-AEA1-45AB-AF5F-52D0DE8216DE}">
      <dgm:prSet/>
      <dgm:spPr/>
      <dgm:t>
        <a:bodyPr/>
        <a:lstStyle/>
        <a:p>
          <a:r>
            <a:rPr lang="en-US"/>
            <a:t>Choose</a:t>
          </a:r>
        </a:p>
      </dgm:t>
    </dgm:pt>
    <dgm:pt modelId="{D123C2FB-B064-49A8-B472-7890CB0A87E4}" type="parTrans" cxnId="{7EE540A1-1C46-4A3F-892A-56A40ABDDA69}">
      <dgm:prSet/>
      <dgm:spPr/>
      <dgm:t>
        <a:bodyPr/>
        <a:lstStyle/>
        <a:p>
          <a:endParaRPr lang="en-US"/>
        </a:p>
      </dgm:t>
    </dgm:pt>
    <dgm:pt modelId="{3BD4B90D-02E3-4219-9E13-04356458E804}" type="sibTrans" cxnId="{7EE540A1-1C46-4A3F-892A-56A40ABDDA69}">
      <dgm:prSet/>
      <dgm:spPr/>
      <dgm:t>
        <a:bodyPr/>
        <a:lstStyle/>
        <a:p>
          <a:endParaRPr lang="en-US"/>
        </a:p>
      </dgm:t>
    </dgm:pt>
    <dgm:pt modelId="{CF83A080-276E-4FA6-8FC9-0840F8B688DF}">
      <dgm:prSet/>
      <dgm:spPr/>
      <dgm:t>
        <a:bodyPr/>
        <a:lstStyle/>
        <a:p>
          <a:r>
            <a:rPr lang="en-US"/>
            <a:t>Choose Images: Select the original image (before) and the optimized image (after) that you want to showcase.</a:t>
          </a:r>
        </a:p>
      </dgm:t>
    </dgm:pt>
    <dgm:pt modelId="{A7305656-D32D-488B-A818-82BC7E77A4F1}" type="parTrans" cxnId="{3B12D67F-2A0B-41AF-A35D-945D4817405C}">
      <dgm:prSet/>
      <dgm:spPr/>
      <dgm:t>
        <a:bodyPr/>
        <a:lstStyle/>
        <a:p>
          <a:endParaRPr lang="en-US"/>
        </a:p>
      </dgm:t>
    </dgm:pt>
    <dgm:pt modelId="{3A9D3060-7CDF-468F-85CE-C26130CCC597}" type="sibTrans" cxnId="{3B12D67F-2A0B-41AF-A35D-945D4817405C}">
      <dgm:prSet/>
      <dgm:spPr/>
      <dgm:t>
        <a:bodyPr/>
        <a:lstStyle/>
        <a:p>
          <a:endParaRPr lang="en-US"/>
        </a:p>
      </dgm:t>
    </dgm:pt>
    <dgm:pt modelId="{A80E5CF0-2EF7-46B1-93FF-55595A854F2E}">
      <dgm:prSet/>
      <dgm:spPr/>
      <dgm:t>
        <a:bodyPr/>
        <a:lstStyle/>
        <a:p>
          <a:r>
            <a:rPr lang="en-US"/>
            <a:t>Use</a:t>
          </a:r>
        </a:p>
      </dgm:t>
    </dgm:pt>
    <dgm:pt modelId="{D68D0304-91A7-4C49-8AF0-F9115658B639}" type="parTrans" cxnId="{B4BE6A64-43BB-4D24-ABEC-5C60B3520C07}">
      <dgm:prSet/>
      <dgm:spPr/>
      <dgm:t>
        <a:bodyPr/>
        <a:lstStyle/>
        <a:p>
          <a:endParaRPr lang="en-US"/>
        </a:p>
      </dgm:t>
    </dgm:pt>
    <dgm:pt modelId="{93FE0C3E-2750-438E-B385-DF2BFB5B2914}" type="sibTrans" cxnId="{B4BE6A64-43BB-4D24-ABEC-5C60B3520C07}">
      <dgm:prSet/>
      <dgm:spPr/>
      <dgm:t>
        <a:bodyPr/>
        <a:lstStyle/>
        <a:p>
          <a:endParaRPr lang="en-US"/>
        </a:p>
      </dgm:t>
    </dgm:pt>
    <dgm:pt modelId="{53334856-BC6F-4E8B-9A95-9B354E598FAF}">
      <dgm:prSet/>
      <dgm:spPr/>
      <dgm:t>
        <a:bodyPr/>
        <a:lstStyle/>
        <a:p>
          <a:r>
            <a:rPr lang="en-US"/>
            <a:t>Use Image Editing Software: Open an image editing tool like Photoshop or a free online editor like Canva.</a:t>
          </a:r>
        </a:p>
      </dgm:t>
    </dgm:pt>
    <dgm:pt modelId="{5F19CE44-3A3B-4208-89A0-87D3A8C4BEC7}" type="parTrans" cxnId="{64F3B4C5-0C36-467C-B70B-858348E07811}">
      <dgm:prSet/>
      <dgm:spPr/>
      <dgm:t>
        <a:bodyPr/>
        <a:lstStyle/>
        <a:p>
          <a:endParaRPr lang="en-US"/>
        </a:p>
      </dgm:t>
    </dgm:pt>
    <dgm:pt modelId="{9C9B0B96-9175-4076-A85B-911A2DBFC0BC}" type="sibTrans" cxnId="{64F3B4C5-0C36-467C-B70B-858348E07811}">
      <dgm:prSet/>
      <dgm:spPr/>
      <dgm:t>
        <a:bodyPr/>
        <a:lstStyle/>
        <a:p>
          <a:endParaRPr lang="en-US"/>
        </a:p>
      </dgm:t>
    </dgm:pt>
    <dgm:pt modelId="{84464B2D-CB3A-43F0-8BF2-56D7B73AE23D}">
      <dgm:prSet/>
      <dgm:spPr/>
      <dgm:t>
        <a:bodyPr/>
        <a:lstStyle/>
        <a:p>
          <a:r>
            <a:rPr lang="en-US"/>
            <a:t>Create</a:t>
          </a:r>
        </a:p>
      </dgm:t>
    </dgm:pt>
    <dgm:pt modelId="{4A93D59D-E510-4984-A0FF-D550FE5D0127}" type="parTrans" cxnId="{15738AB6-4144-48F8-A46B-365BA19DAFB1}">
      <dgm:prSet/>
      <dgm:spPr/>
      <dgm:t>
        <a:bodyPr/>
        <a:lstStyle/>
        <a:p>
          <a:endParaRPr lang="en-US"/>
        </a:p>
      </dgm:t>
    </dgm:pt>
    <dgm:pt modelId="{58036F39-D853-4D14-8982-855CC49ED1BE}" type="sibTrans" cxnId="{15738AB6-4144-48F8-A46B-365BA19DAFB1}">
      <dgm:prSet/>
      <dgm:spPr/>
      <dgm:t>
        <a:bodyPr/>
        <a:lstStyle/>
        <a:p>
          <a:endParaRPr lang="en-US"/>
        </a:p>
      </dgm:t>
    </dgm:pt>
    <dgm:pt modelId="{F71CD375-1C75-499E-8E3E-8A1EF4D2A052}">
      <dgm:prSet/>
      <dgm:spPr/>
      <dgm:t>
        <a:bodyPr/>
        <a:lstStyle/>
        <a:p>
          <a:r>
            <a:rPr lang="en-US"/>
            <a:t>Create a Side-by-Side Comparison: Arrange both images side by side within the editing software.</a:t>
          </a:r>
        </a:p>
      </dgm:t>
    </dgm:pt>
    <dgm:pt modelId="{AB3142B8-42D6-4AA7-B8A5-C6E3AD84A903}" type="parTrans" cxnId="{E4691EDF-26C5-494B-957A-3A8DFCB0090F}">
      <dgm:prSet/>
      <dgm:spPr/>
      <dgm:t>
        <a:bodyPr/>
        <a:lstStyle/>
        <a:p>
          <a:endParaRPr lang="en-US"/>
        </a:p>
      </dgm:t>
    </dgm:pt>
    <dgm:pt modelId="{4C1BFE49-2544-4D04-9167-9404FDC774A4}" type="sibTrans" cxnId="{E4691EDF-26C5-494B-957A-3A8DFCB0090F}">
      <dgm:prSet/>
      <dgm:spPr/>
      <dgm:t>
        <a:bodyPr/>
        <a:lstStyle/>
        <a:p>
          <a:endParaRPr lang="en-US"/>
        </a:p>
      </dgm:t>
    </dgm:pt>
    <dgm:pt modelId="{EC0C3A33-3BEC-4BC8-AC88-CF5D4CBD1447}" type="pres">
      <dgm:prSet presAssocID="{B81585A4-BC84-4492-8D41-A8B87B5B76D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BAC58FA-20F5-4690-9B8C-EC665C4D337F}" type="pres">
      <dgm:prSet presAssocID="{85F690F5-AEA1-45AB-AF5F-52D0DE8216DE}" presName="linNode" presStyleCnt="0"/>
      <dgm:spPr/>
    </dgm:pt>
    <dgm:pt modelId="{2A258DDF-18DA-423F-B8EB-95F504B32E81}" type="pres">
      <dgm:prSet presAssocID="{85F690F5-AEA1-45AB-AF5F-52D0DE8216DE}" presName="parentText" presStyleLbl="solidFgAcc1" presStyleIdx="0" presStyleCnt="3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228D3AFA-9C78-4097-95F0-8FD74AB8DE5D}" type="pres">
      <dgm:prSet presAssocID="{85F690F5-AEA1-45AB-AF5F-52D0DE8216DE}" presName="descendantText" presStyleLbl="alignNode1" presStyleIdx="0" presStyleCnt="3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  <dgm:pt modelId="{99920990-CEB5-46FA-A890-D6AD2FFCD8A1}" type="pres">
      <dgm:prSet presAssocID="{3BD4B90D-02E3-4219-9E13-04356458E804}" presName="sp" presStyleCnt="0"/>
      <dgm:spPr/>
    </dgm:pt>
    <dgm:pt modelId="{7DCDD269-8D37-4EE7-B223-B580D0682947}" type="pres">
      <dgm:prSet presAssocID="{A80E5CF0-2EF7-46B1-93FF-55595A854F2E}" presName="linNode" presStyleCnt="0"/>
      <dgm:spPr/>
    </dgm:pt>
    <dgm:pt modelId="{40C08280-68C2-46F3-965F-683E1040F9CE}" type="pres">
      <dgm:prSet presAssocID="{A80E5CF0-2EF7-46B1-93FF-55595A854F2E}" presName="parentText" presStyleLbl="solidFgAcc1" presStyleIdx="1" presStyleCnt="3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EDA30BA1-9CFF-4BDD-ADAA-702087CAC940}" type="pres">
      <dgm:prSet presAssocID="{A80E5CF0-2EF7-46B1-93FF-55595A854F2E}" presName="descendantText" presStyleLbl="alignNode1" presStyleIdx="1" presStyleCnt="3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  <dgm:pt modelId="{DF46ED51-3DAE-41A4-BD91-0FB0E95A11B4}" type="pres">
      <dgm:prSet presAssocID="{93FE0C3E-2750-438E-B385-DF2BFB5B2914}" presName="sp" presStyleCnt="0"/>
      <dgm:spPr/>
    </dgm:pt>
    <dgm:pt modelId="{F5B0EACC-48AC-470E-9115-24D32A8679C7}" type="pres">
      <dgm:prSet presAssocID="{84464B2D-CB3A-43F0-8BF2-56D7B73AE23D}" presName="linNode" presStyleCnt="0"/>
      <dgm:spPr/>
    </dgm:pt>
    <dgm:pt modelId="{FB98D1A0-9CE5-43D1-8123-F369C6A697C4}" type="pres">
      <dgm:prSet presAssocID="{84464B2D-CB3A-43F0-8BF2-56D7B73AE23D}" presName="parentText" presStyleLbl="solidFgAcc1" presStyleIdx="2" presStyleCnt="3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B37FDD60-0F97-445B-BB6D-46BA28D1549C}" type="pres">
      <dgm:prSet presAssocID="{84464B2D-CB3A-43F0-8BF2-56D7B73AE23D}" presName="descendantText" presStyleLbl="alignNode1" presStyleIdx="2" presStyleCnt="3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</dgm:ptLst>
  <dgm:cxnLst>
    <dgm:cxn modelId="{1433E2BC-E82D-4825-810F-15C4CC9CCE36}" type="presOf" srcId="{53334856-BC6F-4E8B-9A95-9B354E598FAF}" destId="{EDA30BA1-9CFF-4BDD-ADAA-702087CAC940}" srcOrd="0" destOrd="0" presId="urn:microsoft.com/office/officeart/2016/7/layout/VerticalHollowActionList"/>
    <dgm:cxn modelId="{3B12D67F-2A0B-41AF-A35D-945D4817405C}" srcId="{85F690F5-AEA1-45AB-AF5F-52D0DE8216DE}" destId="{CF83A080-276E-4FA6-8FC9-0840F8B688DF}" srcOrd="0" destOrd="0" parTransId="{A7305656-D32D-488B-A818-82BC7E77A4F1}" sibTransId="{3A9D3060-7CDF-468F-85CE-C26130CCC597}"/>
    <dgm:cxn modelId="{64F3B4C5-0C36-467C-B70B-858348E07811}" srcId="{A80E5CF0-2EF7-46B1-93FF-55595A854F2E}" destId="{53334856-BC6F-4E8B-9A95-9B354E598FAF}" srcOrd="0" destOrd="0" parTransId="{5F19CE44-3A3B-4208-89A0-87D3A8C4BEC7}" sibTransId="{9C9B0B96-9175-4076-A85B-911A2DBFC0BC}"/>
    <dgm:cxn modelId="{7EE540A1-1C46-4A3F-892A-56A40ABDDA69}" srcId="{B81585A4-BC84-4492-8D41-A8B87B5B76D5}" destId="{85F690F5-AEA1-45AB-AF5F-52D0DE8216DE}" srcOrd="0" destOrd="0" parTransId="{D123C2FB-B064-49A8-B472-7890CB0A87E4}" sibTransId="{3BD4B90D-02E3-4219-9E13-04356458E804}"/>
    <dgm:cxn modelId="{D3F9BA58-25CB-496D-8E8C-091AEA4865A0}" type="presOf" srcId="{84464B2D-CB3A-43F0-8BF2-56D7B73AE23D}" destId="{FB98D1A0-9CE5-43D1-8123-F369C6A697C4}" srcOrd="0" destOrd="0" presId="urn:microsoft.com/office/officeart/2016/7/layout/VerticalHollowActionList"/>
    <dgm:cxn modelId="{B4BE6A64-43BB-4D24-ABEC-5C60B3520C07}" srcId="{B81585A4-BC84-4492-8D41-A8B87B5B76D5}" destId="{A80E5CF0-2EF7-46B1-93FF-55595A854F2E}" srcOrd="1" destOrd="0" parTransId="{D68D0304-91A7-4C49-8AF0-F9115658B639}" sibTransId="{93FE0C3E-2750-438E-B385-DF2BFB5B2914}"/>
    <dgm:cxn modelId="{E4691EDF-26C5-494B-957A-3A8DFCB0090F}" srcId="{84464B2D-CB3A-43F0-8BF2-56D7B73AE23D}" destId="{F71CD375-1C75-499E-8E3E-8A1EF4D2A052}" srcOrd="0" destOrd="0" parTransId="{AB3142B8-42D6-4AA7-B8A5-C6E3AD84A903}" sibTransId="{4C1BFE49-2544-4D04-9167-9404FDC774A4}"/>
    <dgm:cxn modelId="{7C754E87-261F-4002-8036-31D8FF6E1F3E}" type="presOf" srcId="{A80E5CF0-2EF7-46B1-93FF-55595A854F2E}" destId="{40C08280-68C2-46F3-965F-683E1040F9CE}" srcOrd="0" destOrd="0" presId="urn:microsoft.com/office/officeart/2016/7/layout/VerticalHollowActionList"/>
    <dgm:cxn modelId="{FC8DE6BA-6878-4B4B-AA57-FA252D95D012}" type="presOf" srcId="{85F690F5-AEA1-45AB-AF5F-52D0DE8216DE}" destId="{2A258DDF-18DA-423F-B8EB-95F504B32E81}" srcOrd="0" destOrd="0" presId="urn:microsoft.com/office/officeart/2016/7/layout/VerticalHollowActionList"/>
    <dgm:cxn modelId="{87039ADF-ED1F-4B4B-AC20-EEF508823C85}" type="presOf" srcId="{F71CD375-1C75-499E-8E3E-8A1EF4D2A052}" destId="{B37FDD60-0F97-445B-BB6D-46BA28D1549C}" srcOrd="0" destOrd="0" presId="urn:microsoft.com/office/officeart/2016/7/layout/VerticalHollowActionList"/>
    <dgm:cxn modelId="{4BEF8E0E-66E4-4CAD-B185-8148737F096B}" type="presOf" srcId="{CF83A080-276E-4FA6-8FC9-0840F8B688DF}" destId="{228D3AFA-9C78-4097-95F0-8FD74AB8DE5D}" srcOrd="0" destOrd="0" presId="urn:microsoft.com/office/officeart/2016/7/layout/VerticalHollowActionList"/>
    <dgm:cxn modelId="{2D5372E4-0E77-420D-B9FF-509C7C2FCE14}" type="presOf" srcId="{B81585A4-BC84-4492-8D41-A8B87B5B76D5}" destId="{EC0C3A33-3BEC-4BC8-AC88-CF5D4CBD1447}" srcOrd="0" destOrd="0" presId="urn:microsoft.com/office/officeart/2016/7/layout/VerticalHollowActionList"/>
    <dgm:cxn modelId="{15738AB6-4144-48F8-A46B-365BA19DAFB1}" srcId="{B81585A4-BC84-4492-8D41-A8B87B5B76D5}" destId="{84464B2D-CB3A-43F0-8BF2-56D7B73AE23D}" srcOrd="2" destOrd="0" parTransId="{4A93D59D-E510-4984-A0FF-D550FE5D0127}" sibTransId="{58036F39-D853-4D14-8982-855CC49ED1BE}"/>
    <dgm:cxn modelId="{FE750868-CFB9-4D34-9B88-A87002E82431}" type="presParOf" srcId="{EC0C3A33-3BEC-4BC8-AC88-CF5D4CBD1447}" destId="{3BAC58FA-20F5-4690-9B8C-EC665C4D337F}" srcOrd="0" destOrd="0" presId="urn:microsoft.com/office/officeart/2016/7/layout/VerticalHollowActionList"/>
    <dgm:cxn modelId="{0F83FB8B-E52A-4B90-9EF2-67F794D959E8}" type="presParOf" srcId="{3BAC58FA-20F5-4690-9B8C-EC665C4D337F}" destId="{2A258DDF-18DA-423F-B8EB-95F504B32E81}" srcOrd="0" destOrd="0" presId="urn:microsoft.com/office/officeart/2016/7/layout/VerticalHollowActionList"/>
    <dgm:cxn modelId="{0956E4C4-D3F2-4853-A102-4C42DC10D93C}" type="presParOf" srcId="{3BAC58FA-20F5-4690-9B8C-EC665C4D337F}" destId="{228D3AFA-9C78-4097-95F0-8FD74AB8DE5D}" srcOrd="1" destOrd="0" presId="urn:microsoft.com/office/officeart/2016/7/layout/VerticalHollowActionList"/>
    <dgm:cxn modelId="{D38CBE2C-1D73-46E7-80C7-E10C494091C1}" type="presParOf" srcId="{EC0C3A33-3BEC-4BC8-AC88-CF5D4CBD1447}" destId="{99920990-CEB5-46FA-A890-D6AD2FFCD8A1}" srcOrd="1" destOrd="0" presId="urn:microsoft.com/office/officeart/2016/7/layout/VerticalHollowActionList"/>
    <dgm:cxn modelId="{5D4947AD-D3E0-4276-A8FC-B08AA4373836}" type="presParOf" srcId="{EC0C3A33-3BEC-4BC8-AC88-CF5D4CBD1447}" destId="{7DCDD269-8D37-4EE7-B223-B580D0682947}" srcOrd="2" destOrd="0" presId="urn:microsoft.com/office/officeart/2016/7/layout/VerticalHollowActionList"/>
    <dgm:cxn modelId="{48208CCF-B214-4BF9-810A-EBCBD7306D0F}" type="presParOf" srcId="{7DCDD269-8D37-4EE7-B223-B580D0682947}" destId="{40C08280-68C2-46F3-965F-683E1040F9CE}" srcOrd="0" destOrd="0" presId="urn:microsoft.com/office/officeart/2016/7/layout/VerticalHollowActionList"/>
    <dgm:cxn modelId="{DF08093E-BEF2-4484-B976-B32B4446508B}" type="presParOf" srcId="{7DCDD269-8D37-4EE7-B223-B580D0682947}" destId="{EDA30BA1-9CFF-4BDD-ADAA-702087CAC940}" srcOrd="1" destOrd="0" presId="urn:microsoft.com/office/officeart/2016/7/layout/VerticalHollowActionList"/>
    <dgm:cxn modelId="{32930C47-6C8D-4998-A701-71AD7BFC9C68}" type="presParOf" srcId="{EC0C3A33-3BEC-4BC8-AC88-CF5D4CBD1447}" destId="{DF46ED51-3DAE-41A4-BD91-0FB0E95A11B4}" srcOrd="3" destOrd="0" presId="urn:microsoft.com/office/officeart/2016/7/layout/VerticalHollowActionList"/>
    <dgm:cxn modelId="{B44382EC-1AB7-4C10-97F9-CC59C0CFC6FE}" type="presParOf" srcId="{EC0C3A33-3BEC-4BC8-AC88-CF5D4CBD1447}" destId="{F5B0EACC-48AC-470E-9115-24D32A8679C7}" srcOrd="4" destOrd="0" presId="urn:microsoft.com/office/officeart/2016/7/layout/VerticalHollowActionList"/>
    <dgm:cxn modelId="{079ED398-016C-414F-A9AB-3874ED38A221}" type="presParOf" srcId="{F5B0EACC-48AC-470E-9115-24D32A8679C7}" destId="{FB98D1A0-9CE5-43D1-8123-F369C6A697C4}" srcOrd="0" destOrd="0" presId="urn:microsoft.com/office/officeart/2016/7/layout/VerticalHollowActionList"/>
    <dgm:cxn modelId="{7908925E-4047-4F97-BE27-0046FB639E61}" type="presParOf" srcId="{F5B0EACC-48AC-470E-9115-24D32A8679C7}" destId="{B37FDD60-0F97-445B-BB6D-46BA28D1549C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097FD-F0C3-4D8F-82B5-FF9B0BB381DD}">
      <dsp:nvSpPr>
        <dsp:cNvPr id="0" name=""/>
        <dsp:cNvSpPr/>
      </dsp:nvSpPr>
      <dsp:spPr>
        <a:xfrm>
          <a:off x="0" y="492962"/>
          <a:ext cx="2700336" cy="17147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C3228-B2BE-42E5-8B70-3504C6A9D46C}">
      <dsp:nvSpPr>
        <dsp:cNvPr id="0" name=""/>
        <dsp:cNvSpPr/>
      </dsp:nvSpPr>
      <dsp:spPr>
        <a:xfrm>
          <a:off x="300037" y="777998"/>
          <a:ext cx="2700336" cy="1714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100" kern="1200" dirty="0"/>
            <a:t>Title:</a:t>
          </a:r>
          <a:r>
            <a:rPr lang="en-US" sz="2100" kern="1200" dirty="0">
              <a:latin typeface="Garamond" panose="02020404030301010803"/>
            </a:rPr>
            <a:t> -</a:t>
          </a:r>
          <a:r>
            <a:rPr lang="en-US" sz="2100" kern="1200" dirty="0"/>
            <a:t> "Machine Learning-Based </a:t>
          </a:r>
          <a:r>
            <a:rPr lang="en-US" sz="2100" kern="1200"/>
            <a:t>Image</a:t>
          </a:r>
          <a:r>
            <a:rPr lang="en-US" sz="2100" kern="1200">
              <a:latin typeface="Garamond" panose="02020404030301010803"/>
            </a:rPr>
            <a:t> </a:t>
          </a:r>
          <a:r>
            <a:rPr lang="en-US" sz="2100" kern="1200" smtClean="0">
              <a:latin typeface="Garamond" panose="02020404030301010803"/>
            </a:rPr>
            <a:t>processing</a:t>
          </a:r>
          <a:br>
            <a:rPr lang="en-US" sz="2100" kern="1200" smtClean="0">
              <a:latin typeface="Garamond" panose="02020404030301010803"/>
            </a:rPr>
          </a:br>
          <a:r>
            <a:rPr lang="en-US" sz="2100" kern="1200" smtClean="0"/>
            <a:t>Project</a:t>
          </a:r>
          <a:r>
            <a:rPr lang="en-US" sz="2100" kern="1200"/>
            <a:t>"</a:t>
          </a:r>
        </a:p>
      </dsp:txBody>
      <dsp:txXfrm>
        <a:off x="350259" y="828220"/>
        <a:ext cx="2599892" cy="1614269"/>
      </dsp:txXfrm>
    </dsp:sp>
    <dsp:sp modelId="{EC3153F5-EB00-4F7D-BEA5-1CBB43975117}">
      <dsp:nvSpPr>
        <dsp:cNvPr id="0" name=""/>
        <dsp:cNvSpPr/>
      </dsp:nvSpPr>
      <dsp:spPr>
        <a:xfrm>
          <a:off x="3300411" y="492962"/>
          <a:ext cx="2700336" cy="17147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ACB26-096B-4837-8C29-7755B9C035DD}">
      <dsp:nvSpPr>
        <dsp:cNvPr id="0" name=""/>
        <dsp:cNvSpPr/>
      </dsp:nvSpPr>
      <dsp:spPr>
        <a:xfrm>
          <a:off x="3600448" y="777998"/>
          <a:ext cx="2700336" cy="1714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100" kern="1200">
              <a:latin typeface="Garamond" panose="02020404030301010803"/>
            </a:rPr>
            <a:t>TEAM: - RITIK KAPIL AND HARSH SRIVASTAVA</a:t>
          </a:r>
        </a:p>
      </dsp:txBody>
      <dsp:txXfrm>
        <a:off x="3650670" y="828220"/>
        <a:ext cx="2599892" cy="1614269"/>
      </dsp:txXfrm>
    </dsp:sp>
    <dsp:sp modelId="{2CCD1AA3-A00D-4230-B0F3-819F9ED50E84}">
      <dsp:nvSpPr>
        <dsp:cNvPr id="0" name=""/>
        <dsp:cNvSpPr/>
      </dsp:nvSpPr>
      <dsp:spPr>
        <a:xfrm>
          <a:off x="6600822" y="492962"/>
          <a:ext cx="2700336" cy="17147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17633-CD81-4262-9B36-9047EF67B8CB}">
      <dsp:nvSpPr>
        <dsp:cNvPr id="0" name=""/>
        <dsp:cNvSpPr/>
      </dsp:nvSpPr>
      <dsp:spPr>
        <a:xfrm>
          <a:off x="6900860" y="777998"/>
          <a:ext cx="2700336" cy="1714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100" kern="1200">
              <a:latin typeface="Garamond" panose="02020404030301010803"/>
            </a:rPr>
            <a:t>SUBMITTED TO :- dr. Vijay Kumar Dwivedi </a:t>
          </a:r>
          <a:endParaRPr lang="en-US" sz="2100" kern="1200"/>
        </a:p>
      </dsp:txBody>
      <dsp:txXfrm>
        <a:off x="6951082" y="828220"/>
        <a:ext cx="2599892" cy="16142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4F347-5F8B-4986-A7CF-C583C86337E2}">
      <dsp:nvSpPr>
        <dsp:cNvPr id="0" name=""/>
        <dsp:cNvSpPr/>
      </dsp:nvSpPr>
      <dsp:spPr>
        <a:xfrm>
          <a:off x="0" y="364"/>
          <a:ext cx="9601196" cy="852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0CC92-CCEA-46CF-9B9D-2DCE223E62EF}">
      <dsp:nvSpPr>
        <dsp:cNvPr id="0" name=""/>
        <dsp:cNvSpPr/>
      </dsp:nvSpPr>
      <dsp:spPr>
        <a:xfrm>
          <a:off x="257984" y="192253"/>
          <a:ext cx="469062" cy="46906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B1461-E753-455D-A566-41852AA8CC71}">
      <dsp:nvSpPr>
        <dsp:cNvPr id="0" name=""/>
        <dsp:cNvSpPr/>
      </dsp:nvSpPr>
      <dsp:spPr>
        <a:xfrm>
          <a:off x="985032" y="364"/>
          <a:ext cx="8616164" cy="852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59" tIns="90259" rIns="90259" bIns="90259" numCol="1" spcCol="1270" anchor="ctr" anchorCtr="0">
          <a:noAutofit/>
        </a:bodyPr>
        <a:lstStyle/>
        <a:p>
          <a:pPr lvl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its ability to manipulate and analyze images or visual data.</a:t>
          </a:r>
          <a:r>
            <a:rPr lang="en-US" sz="2300" kern="1200">
              <a:latin typeface="Garamond" panose="02020404030301010803"/>
            </a:rPr>
            <a:t> </a:t>
          </a:r>
          <a:endParaRPr lang="en-US" sz="2300" kern="1200" dirty="0"/>
        </a:p>
      </dsp:txBody>
      <dsp:txXfrm>
        <a:off x="985032" y="364"/>
        <a:ext cx="8616164" cy="852841"/>
      </dsp:txXfrm>
    </dsp:sp>
    <dsp:sp modelId="{6B46FAEC-6CC5-42DD-9B36-0CEB9D0EB1F2}">
      <dsp:nvSpPr>
        <dsp:cNvPr id="0" name=""/>
        <dsp:cNvSpPr/>
      </dsp:nvSpPr>
      <dsp:spPr>
        <a:xfrm>
          <a:off x="0" y="1066416"/>
          <a:ext cx="9601196" cy="852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4D7BA-1E50-457A-BF9E-75E01EE7D62D}">
      <dsp:nvSpPr>
        <dsp:cNvPr id="0" name=""/>
        <dsp:cNvSpPr/>
      </dsp:nvSpPr>
      <dsp:spPr>
        <a:xfrm>
          <a:off x="257984" y="1258306"/>
          <a:ext cx="469062" cy="469062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5B2E5-9DCC-42E2-9894-8A7581FD2A8E}">
      <dsp:nvSpPr>
        <dsp:cNvPr id="0" name=""/>
        <dsp:cNvSpPr/>
      </dsp:nvSpPr>
      <dsp:spPr>
        <a:xfrm>
          <a:off x="985032" y="1066416"/>
          <a:ext cx="8616164" cy="852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59" tIns="90259" rIns="90259" bIns="90259" numCol="1" spcCol="1270" anchor="ctr" anchorCtr="0">
          <a:noAutofit/>
        </a:bodyPr>
        <a:lstStyle/>
        <a:p>
          <a:pPr lvl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Minimize data usage and optimize loading for users with limited internet access.</a:t>
          </a:r>
          <a:endParaRPr lang="en-US" sz="2300" kern="1200" dirty="0">
            <a:latin typeface="Garamond" panose="02020404030301010803"/>
          </a:endParaRPr>
        </a:p>
      </dsp:txBody>
      <dsp:txXfrm>
        <a:off x="985032" y="1066416"/>
        <a:ext cx="8616164" cy="852841"/>
      </dsp:txXfrm>
    </dsp:sp>
    <dsp:sp modelId="{C02727FE-362F-42C5-86A6-DC67FEE38223}">
      <dsp:nvSpPr>
        <dsp:cNvPr id="0" name=""/>
        <dsp:cNvSpPr/>
      </dsp:nvSpPr>
      <dsp:spPr>
        <a:xfrm>
          <a:off x="0" y="2132468"/>
          <a:ext cx="9601196" cy="852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153B0-01EB-41DE-8CB7-2D0429F32A7C}">
      <dsp:nvSpPr>
        <dsp:cNvPr id="0" name=""/>
        <dsp:cNvSpPr/>
      </dsp:nvSpPr>
      <dsp:spPr>
        <a:xfrm>
          <a:off x="257984" y="2324358"/>
          <a:ext cx="469062" cy="46906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80247-27F8-49EA-8048-E8F84777EDCE}">
      <dsp:nvSpPr>
        <dsp:cNvPr id="0" name=""/>
        <dsp:cNvSpPr/>
      </dsp:nvSpPr>
      <dsp:spPr>
        <a:xfrm>
          <a:off x="985032" y="2132468"/>
          <a:ext cx="8616164" cy="852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59" tIns="90259" rIns="90259" bIns="90259" numCol="1" spcCol="1270" anchor="ctr" anchorCtr="0">
          <a:noAutofit/>
        </a:bodyPr>
        <a:lstStyle/>
        <a:p>
          <a:pPr lvl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Machine learning plays a crucial role in image processing by enabling computers to automatically analyze, understand, and manipulate images.</a:t>
          </a:r>
          <a:r>
            <a:rPr lang="en-US" sz="2300" kern="1200">
              <a:latin typeface="Garamond" panose="02020404030301010803"/>
            </a:rPr>
            <a:t> </a:t>
          </a:r>
          <a:endParaRPr lang="en-US" sz="2300" kern="1200" dirty="0"/>
        </a:p>
      </dsp:txBody>
      <dsp:txXfrm>
        <a:off x="985032" y="2132468"/>
        <a:ext cx="8616164" cy="852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D3AFA-9C78-4097-95F0-8FD74AB8DE5D}">
      <dsp:nvSpPr>
        <dsp:cNvPr id="0" name=""/>
        <dsp:cNvSpPr/>
      </dsp:nvSpPr>
      <dsp:spPr>
        <a:xfrm>
          <a:off x="1920239" y="1037"/>
          <a:ext cx="7680956" cy="1063096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032" tIns="270027" rIns="149032" bIns="270027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Choose Images: Select the original image (before) and the optimized image (after) that you want to showcase.</a:t>
          </a:r>
        </a:p>
      </dsp:txBody>
      <dsp:txXfrm>
        <a:off x="1920239" y="1037"/>
        <a:ext cx="7680956" cy="1063096"/>
      </dsp:txXfrm>
    </dsp:sp>
    <dsp:sp modelId="{2A258DDF-18DA-423F-B8EB-95F504B32E81}">
      <dsp:nvSpPr>
        <dsp:cNvPr id="0" name=""/>
        <dsp:cNvSpPr/>
      </dsp:nvSpPr>
      <dsp:spPr>
        <a:xfrm>
          <a:off x="0" y="1037"/>
          <a:ext cx="1920239" cy="10630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13" tIns="105010" rIns="101613" bIns="10501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Choose</a:t>
          </a:r>
        </a:p>
      </dsp:txBody>
      <dsp:txXfrm>
        <a:off x="0" y="1037"/>
        <a:ext cx="1920239" cy="1063096"/>
      </dsp:txXfrm>
    </dsp:sp>
    <dsp:sp modelId="{EDA30BA1-9CFF-4BDD-ADAA-702087CAC940}">
      <dsp:nvSpPr>
        <dsp:cNvPr id="0" name=""/>
        <dsp:cNvSpPr/>
      </dsp:nvSpPr>
      <dsp:spPr>
        <a:xfrm>
          <a:off x="1920239" y="1127919"/>
          <a:ext cx="7680956" cy="1063096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1125205"/>
                <a:satOff val="-19789"/>
                <a:lumOff val="784"/>
                <a:alphaOff val="0"/>
                <a:shade val="74000"/>
                <a:satMod val="130000"/>
                <a:lumMod val="90000"/>
              </a:schemeClr>
              <a:schemeClr val="accent2">
                <a:hueOff val="1125205"/>
                <a:satOff val="-19789"/>
                <a:lumOff val="784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1125205"/>
              <a:satOff val="-19789"/>
              <a:lumOff val="78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032" tIns="270027" rIns="149032" bIns="270027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Use Image Editing Software: Open an image editing tool like Photoshop or a free online editor like Canva.</a:t>
          </a:r>
        </a:p>
      </dsp:txBody>
      <dsp:txXfrm>
        <a:off x="1920239" y="1127919"/>
        <a:ext cx="7680956" cy="1063096"/>
      </dsp:txXfrm>
    </dsp:sp>
    <dsp:sp modelId="{40C08280-68C2-46F3-965F-683E1040F9CE}">
      <dsp:nvSpPr>
        <dsp:cNvPr id="0" name=""/>
        <dsp:cNvSpPr/>
      </dsp:nvSpPr>
      <dsp:spPr>
        <a:xfrm>
          <a:off x="0" y="1127919"/>
          <a:ext cx="1920239" cy="10630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125205"/>
              <a:satOff val="-19789"/>
              <a:lumOff val="784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13" tIns="105010" rIns="101613" bIns="10501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Use</a:t>
          </a:r>
        </a:p>
      </dsp:txBody>
      <dsp:txXfrm>
        <a:off x="0" y="1127919"/>
        <a:ext cx="1920239" cy="1063096"/>
      </dsp:txXfrm>
    </dsp:sp>
    <dsp:sp modelId="{B37FDD60-0F97-445B-BB6D-46BA28D1549C}">
      <dsp:nvSpPr>
        <dsp:cNvPr id="0" name=""/>
        <dsp:cNvSpPr/>
      </dsp:nvSpPr>
      <dsp:spPr>
        <a:xfrm>
          <a:off x="1920239" y="2254802"/>
          <a:ext cx="7680956" cy="1063096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2250410"/>
              <a:satOff val="-39578"/>
              <a:lumOff val="156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032" tIns="270027" rIns="149032" bIns="270027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Create a Side-by-Side Comparison: Arrange both images side by side within the editing software.</a:t>
          </a:r>
        </a:p>
      </dsp:txBody>
      <dsp:txXfrm>
        <a:off x="1920239" y="2254802"/>
        <a:ext cx="7680956" cy="1063096"/>
      </dsp:txXfrm>
    </dsp:sp>
    <dsp:sp modelId="{FB98D1A0-9CE5-43D1-8123-F369C6A697C4}">
      <dsp:nvSpPr>
        <dsp:cNvPr id="0" name=""/>
        <dsp:cNvSpPr/>
      </dsp:nvSpPr>
      <dsp:spPr>
        <a:xfrm>
          <a:off x="0" y="2254802"/>
          <a:ext cx="1920239" cy="10630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250410"/>
              <a:satOff val="-39578"/>
              <a:lumOff val="1569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13" tIns="105010" rIns="101613" bIns="10501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Create</a:t>
          </a:r>
        </a:p>
      </dsp:txBody>
      <dsp:txXfrm>
        <a:off x="0" y="2254802"/>
        <a:ext cx="1920239" cy="1063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46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7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24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789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08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43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3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0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9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161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08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2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31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027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243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01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5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cherlund.blogspot.com/2017/03/what-is-best-way-to-learn-machine.html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yasoob.me/2017/11/11/introduction-to-machine-learning-and-its-usage-in-remote-sensing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stats.stackexchange.com/questions/128880/number-of-feature-maps-in-convolutional-neural-networks" TargetMode="External"/><Relationship Id="rId13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rp.org/journal/PaperInformation.aspx?PaperID=80163" TargetMode="External"/><Relationship Id="rId11" Type="http://schemas.openxmlformats.org/officeDocument/2006/relationships/hyperlink" Target="https://creativecommons.org/licenses/by-sa/3.0/" TargetMode="External"/><Relationship Id="rId5" Type="http://schemas.openxmlformats.org/officeDocument/2006/relationships/image" Target="../media/image12.png"/><Relationship Id="rId10" Type="http://schemas.openxmlformats.org/officeDocument/2006/relationships/hyperlink" Target="https://kharshit.github.io/blog/2019/02/15/autoencoder-downsampling-and-upsampling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www.pngall.com/python-programming-language-p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tkinter-manual.blogspot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tpcc.net/tip-and-technic/python/python-get-pixel-color-from-image-by-pillow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positek.net/photo-resizing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image" Target="../media/image19.png"/><Relationship Id="rId7" Type="http://schemas.openxmlformats.org/officeDocument/2006/relationships/diagramData" Target="../diagrams/data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diagramDrawing" Target="../diagrams/drawing3.xml"/><Relationship Id="rId5" Type="http://schemas.openxmlformats.org/officeDocument/2006/relationships/image" Target="../media/image20.png"/><Relationship Id="rId10" Type="http://schemas.openxmlformats.org/officeDocument/2006/relationships/diagramColors" Target="../diagrams/colors3.xml"/><Relationship Id="rId4" Type="http://schemas.openxmlformats.org/officeDocument/2006/relationships/hyperlink" Target="https://masterdocente.blogspot.com/2020/02/didactica-la-evaluacion.html" TargetMode="External"/><Relationship Id="rId9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c-nd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eillecarto2-0.fr/2021/01/22/detection-dobjets-avec-le-deep-learning/" TargetMode="External"/><Relationship Id="rId5" Type="http://schemas.openxmlformats.org/officeDocument/2006/relationships/image" Target="../media/image21.jpe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ontiersin.org/articles/10.3389/fnins.2021.611300/full" TargetMode="External"/><Relationship Id="rId5" Type="http://schemas.openxmlformats.org/officeDocument/2006/relationships/image" Target="../media/image23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="" xmlns:a16="http://schemas.microsoft.com/office/drawing/2014/main" id="{B9A024A3-1C22-4ECE-9940-39AA528523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3" name="Rectangle 42">
              <a:extLst>
                <a:ext uri="{FF2B5EF4-FFF2-40B4-BE49-F238E27FC236}">
                  <a16:creationId xmlns="" xmlns:a16="http://schemas.microsoft.com/office/drawing/2014/main" id="{810B5B84-2981-4BAE-930E-26E49E4FA9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="" xmlns:a16="http://schemas.microsoft.com/office/drawing/2014/main" id="{1C6085A8-F07A-4D3B-90E2-2CFDA843890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45" name="Picture 44">
                <a:extLst>
                  <a:ext uri="{FF2B5EF4-FFF2-40B4-BE49-F238E27FC236}">
                    <a16:creationId xmlns="" xmlns:a16="http://schemas.microsoft.com/office/drawing/2014/main" id="{AB6D5E93-D00D-411E-8E34-619620A9CC1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46" name="Rectangle 45">
                <a:extLst>
                  <a:ext uri="{FF2B5EF4-FFF2-40B4-BE49-F238E27FC236}">
                    <a16:creationId xmlns="" xmlns:a16="http://schemas.microsoft.com/office/drawing/2014/main" id="{696CE5CC-9673-442A-B737-1F339217A67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47" name="Picture 46">
                <a:extLst>
                  <a:ext uri="{FF2B5EF4-FFF2-40B4-BE49-F238E27FC236}">
                    <a16:creationId xmlns="" xmlns:a16="http://schemas.microsoft.com/office/drawing/2014/main" id="{44967AA9-CD2C-4A63-B823-5B56765FAAA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="" xmlns:a16="http://schemas.microsoft.com/office/drawing/2014/main" id="{E82FCE16-A312-4F38-8605-028781151CF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553770" y="1041401"/>
            <a:ext cx="4538526" cy="23452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 HYBRID MACHINE LEARNING PROJECT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4CB3EA36-32FA-45B8-9C8E-B9F3520EE4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92644" y="1092200"/>
            <a:ext cx="4976494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holding a touch screen&#10;&#10;Description automatically generated">
            <a:extLst>
              <a:ext uri="{FF2B5EF4-FFF2-40B4-BE49-F238E27FC236}">
                <a16:creationId xmlns="" xmlns:a16="http://schemas.microsoft.com/office/drawing/2014/main" id="{1DF7A387-ADE1-DB11-4EDA-DE8E70D1CF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rcRect l="16617" r="8438" b="2"/>
          <a:stretch/>
        </p:blipFill>
        <p:spPr>
          <a:xfrm>
            <a:off x="1412683" y="1410208"/>
            <a:ext cx="4348925" cy="385878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="" xmlns:a16="http://schemas.microsoft.com/office/drawing/2014/main" id="{62DC478F-1B0E-4A8A-B3B9-460AB0A0F1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553770" y="3522131"/>
            <a:ext cx="4520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44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95F11533-723E-420D-A991-D376E73935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C60393DE-86F5-4639-9D54-85E166A843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6781C5A9-B7CC-4944-80B9-8D48C77D33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179E96B4-A8EA-47EF-B2BB-92FF796E9EA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A4EF7629-2B5A-4DD5-81B4-4878E937151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="" xmlns:a16="http://schemas.microsoft.com/office/drawing/2014/main" id="{58963C9E-C5BF-4148-A145-6931A8AB11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1824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  <a:ea typeface="+mj-lt"/>
                <a:cs typeface="+mj-lt"/>
              </a:rPr>
              <a:t>Presentation :- Image processing </a:t>
            </a:r>
            <a:endParaRPr lang="en-US">
              <a:solidFill>
                <a:srgbClr val="262626"/>
              </a:solidFill>
            </a:endParaRP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="" xmlns:a16="http://schemas.microsoft.com/office/drawing/2014/main" id="{7F2EE7C4-5932-CB88-1110-E739E1B07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210990"/>
              </p:ext>
            </p:extLst>
          </p:nvPr>
        </p:nvGraphicFramePr>
        <p:xfrm>
          <a:off x="1295401" y="2675822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977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95F11533-723E-420D-A991-D376E73935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C60393DE-86F5-4639-9D54-85E166A843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6781C5A9-B7CC-4944-80B9-8D48C77D33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179E96B4-A8EA-47EF-B2BB-92FF796E9EA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A4EF7629-2B5A-4DD5-81B4-4878E937151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="" xmlns:a16="http://schemas.microsoft.com/office/drawing/2014/main" id="{58963C9E-C5BF-4148-A145-6931A8AB11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 </a:t>
            </a:r>
            <a:r>
              <a:rPr lang="en-US">
                <a:solidFill>
                  <a:srgbClr val="262626"/>
                </a:solidFill>
              </a:rPr>
              <a:t>Introduction on Image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>
                <a:solidFill>
                  <a:srgbClr val="262626"/>
                </a:solidFill>
              </a:rPr>
              <a:t>processing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="" xmlns:a16="http://schemas.microsoft.com/office/drawing/2014/main" id="{9D910BDE-0464-0726-4365-F6A9C9174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040211"/>
              </p:ext>
            </p:extLst>
          </p:nvPr>
        </p:nvGraphicFramePr>
        <p:xfrm>
          <a:off x="1295401" y="2675822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0314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70F82E3E-E291-4077-9561-D03BD8817A6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48" name="Picture 47">
              <a:extLst>
                <a:ext uri="{FF2B5EF4-FFF2-40B4-BE49-F238E27FC236}">
                  <a16:creationId xmlns="" xmlns:a16="http://schemas.microsoft.com/office/drawing/2014/main" id="{064A9319-91FB-4B4F-815A-A046C6378C9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="" xmlns:a16="http://schemas.microsoft.com/office/drawing/2014/main" id="{1365E65E-138F-4485-AA9E-188DF346CF4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50" name="Picture 49">
              <a:extLst>
                <a:ext uri="{FF2B5EF4-FFF2-40B4-BE49-F238E27FC236}">
                  <a16:creationId xmlns="" xmlns:a16="http://schemas.microsoft.com/office/drawing/2014/main" id="{82DE2924-A79E-4612-8899-04138000324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94B8494-882E-4FE9-BFAD-26515587462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cxnSp>
        <p:nvCxnSpPr>
          <p:cNvPr id="53" name="Straight Connector 52">
            <a:extLst>
              <a:ext uri="{FF2B5EF4-FFF2-40B4-BE49-F238E27FC236}">
                <a16:creationId xmlns="" xmlns:a16="http://schemas.microsoft.com/office/drawing/2014/main" id="{9A5BFCFB-CCDF-43A8-888F-E16CF73D2F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="" xmlns:a16="http://schemas.microsoft.com/office/drawing/2014/main" id="{4A8983F0-7B3A-4418-8701-68E9CA2AED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56" name="Rectangle 55">
              <a:extLst>
                <a:ext uri="{FF2B5EF4-FFF2-40B4-BE49-F238E27FC236}">
                  <a16:creationId xmlns="" xmlns:a16="http://schemas.microsoft.com/office/drawing/2014/main" id="{0EC70F26-6C2F-4FF4-9892-FBDABF45F1B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="" xmlns:a16="http://schemas.microsoft.com/office/drawing/2014/main" id="{3F5A270E-3F18-4580-A3AD-796F2FFAA02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="" xmlns:a16="http://schemas.microsoft.com/office/drawing/2014/main" id="{E8D29381-D504-4491-8AF8-F62883DE311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="" xmlns:a16="http://schemas.microsoft.com/office/drawing/2014/main" id="{B5BD9536-8B76-4DF0-B8F7-0549CC111D3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60" name="Picture 59">
                <a:extLst>
                  <a:ext uri="{FF2B5EF4-FFF2-40B4-BE49-F238E27FC236}">
                    <a16:creationId xmlns="" xmlns:a16="http://schemas.microsoft.com/office/drawing/2014/main" id="{BDECCCDF-9FB2-40A1-9379-BD2C2245D8F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61" name="Picture 60">
                <a:extLst>
                  <a:ext uri="{FF2B5EF4-FFF2-40B4-BE49-F238E27FC236}">
                    <a16:creationId xmlns="" xmlns:a16="http://schemas.microsoft.com/office/drawing/2014/main" id="{5339C017-9A98-4397-9A19-7C32104D667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2619" y="4404852"/>
            <a:ext cx="9989677" cy="10547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Slide 3: Project Overview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="" xmlns:a16="http://schemas.microsoft.com/office/drawing/2014/main" id="{7A827ED4-24F2-E781-818D-08314057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8" y="5540582"/>
            <a:ext cx="9603727" cy="388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100">
                <a:solidFill>
                  <a:schemeClr val="tx1"/>
                </a:solidFill>
              </a:rPr>
              <a:t>                 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2E2C404C-D4AE-4C1C-A675-EF7605842E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steps to a machine learning process&#10;&#10;Description automatically generated">
            <a:extLst>
              <a:ext uri="{FF2B5EF4-FFF2-40B4-BE49-F238E27FC236}">
                <a16:creationId xmlns="" xmlns:a16="http://schemas.microsoft.com/office/drawing/2014/main" id="{B7C8BC4B-FA48-43BB-398B-425E65C477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=""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06734" y="820736"/>
            <a:ext cx="9999272" cy="3404779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="" xmlns:a16="http://schemas.microsoft.com/office/drawing/2014/main" id="{A3B8160F-915C-485D-B2FB-ACDDE0E8227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31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="" xmlns:a16="http://schemas.microsoft.com/office/drawing/2014/main" id="{447B73EF-5932-4CFF-816F-BC1887A346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80" name="Rectangle 79">
              <a:extLst>
                <a:ext uri="{FF2B5EF4-FFF2-40B4-BE49-F238E27FC236}">
                  <a16:creationId xmlns="" xmlns:a16="http://schemas.microsoft.com/office/drawing/2014/main" id="{584EC582-C001-44F4-BF84-E868075E7C5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="" xmlns:a16="http://schemas.microsoft.com/office/drawing/2014/main" id="{7296C283-E7B3-45E8-A7C3-13A2EE5F30A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="" xmlns:a16="http://schemas.microsoft.com/office/drawing/2014/main" id="{FBD6FAD6-139B-42B7-8601-D88744CC4EE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83" name="Rectangle 82">
                <a:extLst>
                  <a:ext uri="{FF2B5EF4-FFF2-40B4-BE49-F238E27FC236}">
                    <a16:creationId xmlns="" xmlns:a16="http://schemas.microsoft.com/office/drawing/2014/main" id="{5A2BE432-9A78-48B2-B849-827D5A47A4F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84" name="Picture 83">
                <a:extLst>
                  <a:ext uri="{FF2B5EF4-FFF2-40B4-BE49-F238E27FC236}">
                    <a16:creationId xmlns="" xmlns:a16="http://schemas.microsoft.com/office/drawing/2014/main" id="{397EDC18-7465-48E4-8173-15C091A1FDD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85" name="Picture 84">
                <a:extLst>
                  <a:ext uri="{FF2B5EF4-FFF2-40B4-BE49-F238E27FC236}">
                    <a16:creationId xmlns="" xmlns:a16="http://schemas.microsoft.com/office/drawing/2014/main" id="{1F010CCA-8D85-43D6-95A7-C1DF0BFA498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076225" y="982132"/>
            <a:ext cx="6836663" cy="130386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Machine Learning Approach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="" xmlns:a16="http://schemas.microsoft.com/office/drawing/2014/main" id="{050D35D0-6217-4C8F-8397-EE6DABE881B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92644" y="1092200"/>
            <a:ext cx="2626428" cy="453542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="" xmlns:a16="http://schemas.microsoft.com/office/drawing/2014/main" id="{E4A0D04F-8423-F3AC-8FEE-5AC74E16AD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36374" y="2398007"/>
            <a:ext cx="2349938" cy="1906269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="" xmlns:a16="http://schemas.microsoft.com/office/drawing/2014/main" id="{E8EFEFB6-7E47-4ED4-BB81-7EDC1CB9AC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4385596" y="2400639"/>
            <a:ext cx="6217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 descr="A diagram of a network&#10;&#10;Description automatically generated">
            <a:extLst>
              <a:ext uri="{FF2B5EF4-FFF2-40B4-BE49-F238E27FC236}">
                <a16:creationId xmlns="" xmlns:a16="http://schemas.microsoft.com/office/drawing/2014/main" id="{6568F4BC-4811-D641-6CFF-8D2A924EF5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=""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245044" y="1177120"/>
            <a:ext cx="2201219" cy="1295723"/>
          </a:xfrm>
          <a:prstGeom prst="rect">
            <a:avLst/>
          </a:prstGeom>
        </p:spPr>
      </p:pic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="" xmlns:a16="http://schemas.microsoft.com/office/drawing/2014/main" id="{CCC25986-61E5-F0BB-CEC7-E8A7F40E66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=""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270374" y="4548307"/>
            <a:ext cx="2268802" cy="898312"/>
          </a:xfrm>
          <a:prstGeom prst="rect">
            <a:avLst/>
          </a:prstGeom>
        </p:spPr>
      </p:pic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073857" y="2556932"/>
            <a:ext cx="6841398" cy="33189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Convolutional Neural Networks (CNNs)</a:t>
            </a:r>
            <a:endParaRPr lang="en-US" sz="2000"/>
          </a:p>
          <a:p>
            <a:pPr>
              <a:buSzPct val="114999"/>
            </a:pPr>
            <a:endParaRPr lang="en-US" sz="2000" b="1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Image Segmentation</a:t>
            </a:r>
            <a:endParaRPr lang="en-US" sz="2000"/>
          </a:p>
          <a:p>
            <a:pPr>
              <a:buSzPct val="114999"/>
            </a:pPr>
            <a:endParaRPr lang="en-US" sz="2000" b="1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Autoencoders</a:t>
            </a:r>
            <a:r>
              <a:rPr lang="en-US" sz="2000">
                <a:ea typeface="+mn-lt"/>
                <a:cs typeface="+mn-lt"/>
              </a:rPr>
              <a:t>: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486151FD-737B-8CD8-2286-BEC7C34D745F}"/>
              </a:ext>
            </a:extLst>
          </p:cNvPr>
          <p:cNvSpPr txBox="1"/>
          <p:nvPr/>
        </p:nvSpPr>
        <p:spPr>
          <a:xfrm>
            <a:off x="9859310" y="6870700"/>
            <a:ext cx="2332690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11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2D068EA1-8836-E99E-8B14-18977CE14524}"/>
              </a:ext>
            </a:extLst>
          </p:cNvPr>
          <p:cNvSpPr txBox="1"/>
          <p:nvPr/>
        </p:nvSpPr>
        <p:spPr>
          <a:xfrm>
            <a:off x="7646970" y="6870700"/>
            <a:ext cx="2199640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1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52FF2A8-7D26-F02B-AAA0-E302B3FC855B}"/>
              </a:ext>
            </a:extLst>
          </p:cNvPr>
          <p:cNvSpPr txBox="1"/>
          <p:nvPr/>
        </p:nvSpPr>
        <p:spPr>
          <a:xfrm>
            <a:off x="5279138" y="6870700"/>
            <a:ext cx="2355132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10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1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BY-NC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124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16CAD8-0288-AF01-DB08-26157AC5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/>
              <a:t>Language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941DB0-C3D5-0541-AD0F-D66B5A049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Python is easy to learn and powerful.</a:t>
            </a:r>
            <a:endParaRPr lang="en-US" sz="2200" dirty="0"/>
          </a:p>
          <a:p>
            <a:pPr>
              <a:buSzPct val="114999"/>
            </a:pPr>
            <a:r>
              <a:rPr lang="en-US" sz="2200" dirty="0">
                <a:ea typeface="+mn-lt"/>
                <a:cs typeface="+mn-lt"/>
              </a:rPr>
              <a:t>It offers efficient high-level data structures.</a:t>
            </a:r>
            <a:endParaRPr lang="en-US" sz="2200" dirty="0"/>
          </a:p>
          <a:p>
            <a:pPr>
              <a:buSzPct val="114999"/>
            </a:pPr>
            <a:r>
              <a:rPr lang="en-US" sz="2200" dirty="0">
                <a:ea typeface="+mn-lt"/>
                <a:cs typeface="+mn-lt"/>
              </a:rPr>
              <a:t>Python uses a simple yet effective approach to object-oriented programming.</a:t>
            </a:r>
            <a:endParaRPr lang="en-US" sz="2200" dirty="0"/>
          </a:p>
          <a:p>
            <a:pPr>
              <a:buSzPct val="114999"/>
            </a:pPr>
            <a:r>
              <a:rPr lang="en-US" sz="2200" dirty="0">
                <a:ea typeface="+mn-lt"/>
                <a:cs typeface="+mn-lt"/>
              </a:rPr>
              <a:t>It features elegant syntax and dynamic typing.</a:t>
            </a:r>
            <a:endParaRPr lang="en-US" sz="2200" dirty="0"/>
          </a:p>
          <a:p>
            <a:pPr>
              <a:buSzPct val="114999"/>
            </a:pPr>
            <a:r>
              <a:rPr lang="en-US" sz="2200" dirty="0">
                <a:ea typeface="+mn-lt"/>
                <a:cs typeface="+mn-lt"/>
              </a:rPr>
              <a:t>Python is ideal for scripting and rapid application development across various platforms.</a:t>
            </a:r>
            <a:endParaRPr lang="en-US" sz="2200" dirty="0"/>
          </a:p>
        </p:txBody>
      </p:sp>
      <p:pic>
        <p:nvPicPr>
          <p:cNvPr id="4" name="Picture 3" descr="A logo of a python&#10;&#10;Description automatically generated">
            <a:extLst>
              <a:ext uri="{FF2B5EF4-FFF2-40B4-BE49-F238E27FC236}">
                <a16:creationId xmlns="" xmlns:a16="http://schemas.microsoft.com/office/drawing/2014/main" id="{0DEB74B6-2851-E5B1-F182-033914E3D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06387" y="2701180"/>
            <a:ext cx="1897005" cy="2852640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D3BA6B-7216-D7E1-8A20-0CD9862EB7DA}"/>
              </a:ext>
            </a:extLst>
          </p:cNvPr>
          <p:cNvSpPr txBox="1"/>
          <p:nvPr/>
        </p:nvSpPr>
        <p:spPr>
          <a:xfrm>
            <a:off x="9836868" y="6657945"/>
            <a:ext cx="2355132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BY-NC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298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B379A5-0E39-9F64-F3AA-A5E5D56F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GUI using </a:t>
            </a:r>
            <a:r>
              <a:rPr lang="en-US" dirty="0" err="1">
                <a:ea typeface="+mj-lt"/>
                <a:cs typeface="+mj-lt"/>
              </a:rPr>
              <a:t>tkinter</a:t>
            </a:r>
            <a:r>
              <a:rPr lang="en-US" dirty="0">
                <a:ea typeface="+mj-lt"/>
                <a:cs typeface="+mj-lt"/>
              </a:rPr>
              <a:t>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55795D-D14D-C56F-471B-2E5CD94F7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Python provides several GUI development options.</a:t>
            </a:r>
            <a:endParaRPr lang="en-US" dirty="0"/>
          </a:p>
          <a:p>
            <a:pPr>
              <a:buSzPct val="114999"/>
            </a:pP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is the most widely used GUI method.</a:t>
            </a:r>
            <a:endParaRPr lang="en-US" dirty="0"/>
          </a:p>
          <a:p>
            <a:pPr>
              <a:buSzPct val="114999"/>
            </a:pP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is a standard Python interface to the Tk GUI toolkit.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Python with </a:t>
            </a: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is the fastest and easiest way to create GUI applications.</a:t>
            </a:r>
            <a:endParaRPr lang="en-US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="" xmlns:a16="http://schemas.microsoft.com/office/drawing/2014/main" id="{84872A09-8500-469A-22F5-E8BB72CB8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85026" y="3408435"/>
            <a:ext cx="2739728" cy="1438129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8C80754-1379-E3FA-18C2-48E7154462F8}"/>
              </a:ext>
            </a:extLst>
          </p:cNvPr>
          <p:cNvSpPr txBox="1"/>
          <p:nvPr/>
        </p:nvSpPr>
        <p:spPr>
          <a:xfrm>
            <a:off x="8492064" y="4646509"/>
            <a:ext cx="2332690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305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C93586-3F52-90C6-14CA-1CDDCAA5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Pillow (a fork of PIL)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A6BF92-CF94-5329-3DEF-141E43CE9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Python Imaging Library (PIL) was the primary image processing package for Python.</a:t>
            </a:r>
            <a:endParaRPr lang="en-US" sz="2000"/>
          </a:p>
          <a:p>
            <a:pPr>
              <a:lnSpc>
                <a:spcPct val="90000"/>
              </a:lnSpc>
              <a:buSzPct val="114999"/>
            </a:pPr>
            <a:r>
              <a:rPr lang="en-US" sz="2000">
                <a:ea typeface="+mn-lt"/>
                <a:cs typeface="+mn-lt"/>
              </a:rPr>
              <a:t>It provided tools for image editing, creation, and saving.</a:t>
            </a:r>
            <a:endParaRPr lang="en-US" sz="2000"/>
          </a:p>
          <a:p>
            <a:pPr>
              <a:lnSpc>
                <a:spcPct val="90000"/>
              </a:lnSpc>
              <a:buSzPct val="114999"/>
            </a:pPr>
            <a:r>
              <a:rPr lang="en-US" sz="2000">
                <a:ea typeface="+mn-lt"/>
                <a:cs typeface="+mn-lt"/>
              </a:rPr>
              <a:t>PIL support was discontinued in 2011.</a:t>
            </a:r>
            <a:endParaRPr lang="en-US" sz="2000"/>
          </a:p>
          <a:p>
            <a:pPr>
              <a:lnSpc>
                <a:spcPct val="90000"/>
              </a:lnSpc>
              <a:buSzPct val="114999"/>
            </a:pPr>
            <a:r>
              <a:rPr lang="en-US" sz="2000">
                <a:ea typeface="+mn-lt"/>
                <a:cs typeface="+mn-lt"/>
              </a:rPr>
              <a:t>Pillow, a fork of PIL, added support for Python 3.x and became its replacement.</a:t>
            </a:r>
            <a:endParaRPr lang="en-US" sz="2000"/>
          </a:p>
          <a:p>
            <a:pPr>
              <a:lnSpc>
                <a:spcPct val="90000"/>
              </a:lnSpc>
              <a:buSzPct val="114999"/>
            </a:pPr>
            <a:r>
              <a:rPr lang="en-US" sz="2000">
                <a:ea typeface="+mn-lt"/>
                <a:cs typeface="+mn-lt"/>
              </a:rPr>
              <a:t>Pillow supports various image formats and encourages adding new format support through file decoders.</a:t>
            </a:r>
            <a:endParaRPr lang="en-US" sz="200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="" xmlns:a16="http://schemas.microsoft.com/office/drawing/2014/main" id="{1DF89D28-18EA-B3F0-FF9B-0179C1EDA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56543" y="2784940"/>
            <a:ext cx="3624630" cy="2599086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777B413-D3C9-7410-8FD4-A655F79050F1}"/>
              </a:ext>
            </a:extLst>
          </p:cNvPr>
          <p:cNvSpPr txBox="1"/>
          <p:nvPr/>
        </p:nvSpPr>
        <p:spPr>
          <a:xfrm>
            <a:off x="6051755" y="3960608"/>
            <a:ext cx="27432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93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/>
              <a:t>Step of image processing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>
                <a:ea typeface="+mn-lt"/>
                <a:cs typeface="+mn-lt"/>
              </a:rPr>
              <a:t>Upload Images</a:t>
            </a:r>
            <a:r>
              <a:rPr lang="en-US">
                <a:ea typeface="+mn-lt"/>
                <a:cs typeface="+mn-lt"/>
              </a:rPr>
              <a:t>: Users can upload their images directly to the application.</a:t>
            </a:r>
            <a:endParaRPr lang="en-US"/>
          </a:p>
          <a:p>
            <a:pPr>
              <a:lnSpc>
                <a:spcPct val="90000"/>
              </a:lnSpc>
              <a:buSzPct val="114999"/>
            </a:pPr>
            <a:r>
              <a:rPr lang="en-US" b="1">
                <a:ea typeface="+mn-lt"/>
                <a:cs typeface="+mn-lt"/>
              </a:rPr>
              <a:t>Select Resize Options</a:t>
            </a:r>
            <a:r>
              <a:rPr lang="en-US">
                <a:ea typeface="+mn-lt"/>
                <a:cs typeface="+mn-lt"/>
              </a:rPr>
              <a:t>: The application should provide options to choose dimensions or a percentage for resizing.</a:t>
            </a:r>
            <a:endParaRPr lang="en-US"/>
          </a:p>
          <a:p>
            <a:pPr>
              <a:lnSpc>
                <a:spcPct val="90000"/>
              </a:lnSpc>
              <a:buSzPct val="114999"/>
            </a:pPr>
            <a:r>
              <a:rPr lang="en-US" b="1">
                <a:ea typeface="+mn-lt"/>
                <a:cs typeface="+mn-lt"/>
              </a:rPr>
              <a:t>Optimization Settings</a:t>
            </a:r>
            <a:r>
              <a:rPr lang="en-US">
                <a:ea typeface="+mn-lt"/>
                <a:cs typeface="+mn-lt"/>
              </a:rPr>
              <a:t>: Users can adjust image quality/compression settings to optimize file size.</a:t>
            </a:r>
            <a:endParaRPr lang="en-US"/>
          </a:p>
          <a:p>
            <a:pPr lvl="0">
              <a:lnSpc>
                <a:spcPct val="90000"/>
              </a:lnSpc>
              <a:buSzPct val="114999"/>
            </a:pPr>
            <a:endParaRPr lang="en-US"/>
          </a:p>
        </p:txBody>
      </p:sp>
      <p:pic>
        <p:nvPicPr>
          <p:cNvPr id="4" name="Picture 3" descr="A close-up of a picture&#10;&#10;Description automatically generated">
            <a:extLst>
              <a:ext uri="{FF2B5EF4-FFF2-40B4-BE49-F238E27FC236}">
                <a16:creationId xmlns="" xmlns:a16="http://schemas.microsoft.com/office/drawing/2014/main" id="{A9D9829A-644B-2258-D3A6-ADA0710E66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 l="26529" r="24491" b="2"/>
          <a:stretch/>
        </p:blipFill>
        <p:spPr>
          <a:xfrm>
            <a:off x="8085026" y="2701180"/>
            <a:ext cx="2739728" cy="2852640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AD023C2-A5C8-45B4-CCA3-64ABBF6AC09B}"/>
              </a:ext>
            </a:extLst>
          </p:cNvPr>
          <p:cNvSpPr txBox="1"/>
          <p:nvPr/>
        </p:nvSpPr>
        <p:spPr>
          <a:xfrm>
            <a:off x="8492064" y="5353765"/>
            <a:ext cx="2332690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103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>
            <a:extLst>
              <a:ext uri="{FF2B5EF4-FFF2-40B4-BE49-F238E27FC236}">
                <a16:creationId xmlns="" xmlns:a16="http://schemas.microsoft.com/office/drawing/2014/main" id="{4E946413-9D97-DD89-0604-9F9621A01569}"/>
              </a:ext>
            </a:extLst>
          </p:cNvPr>
          <p:cNvPicPr>
            <a:picLocks/>
          </p:cNvPicPr>
          <p:nvPr/>
        </p:nvPicPr>
        <p:blipFill rotWithShape="1">
          <a:blip r:embed="rId3">
            <a:duotone>
              <a:prstClr val="black"/>
              <a:prstClr val="white"/>
            </a:duotone>
            <a:extLs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 l="20107" r="207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5" name="Rectangle 134">
            <a:extLst>
              <a:ext uri="{FF2B5EF4-FFF2-40B4-BE49-F238E27FC236}">
                <a16:creationId xmlns="" xmlns:a16="http://schemas.microsoft.com/office/drawing/2014/main" id="{E6FC2800-7025-4267-A796-6872C9C6E4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6138" y="496088"/>
            <a:ext cx="11227442" cy="5883295"/>
          </a:xfrm>
          <a:prstGeom prst="rect">
            <a:avLst/>
          </a:prstGeom>
          <a:blipFill dpi="0" rotWithShape="1">
            <a:blip r:embed="rId5">
              <a:alphaModFix amt="89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tile tx="0" ty="0" sx="90000" sy="100000" flip="none" algn="ctr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="" xmlns:a16="http://schemas.microsoft.com/office/drawing/2014/main" id="{7456A153-3A4B-41A0-867A-F1B4AA8906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/>
              <a:t> Performance Evaluation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="" xmlns:a16="http://schemas.microsoft.com/office/drawing/2014/main" id="{DF78EA67-C7E5-4705-A7E2-5CFFC22F59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="" xmlns:a16="http://schemas.microsoft.com/office/drawing/2014/main" id="{0B47538F-C5B6-465C-B36E-1703F93B59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5756762" y="2"/>
            <a:ext cx="658368" cy="6856213"/>
            <a:chOff x="5756762" y="2"/>
            <a:chExt cx="658368" cy="6856213"/>
          </a:xfrm>
        </p:grpSpPr>
        <p:sp useBgFill="1">
          <p:nvSpPr>
            <p:cNvPr id="142" name="Rounded Rectangle 22">
              <a:extLst>
                <a:ext uri="{FF2B5EF4-FFF2-40B4-BE49-F238E27FC236}">
                  <a16:creationId xmlns="" xmlns:a16="http://schemas.microsoft.com/office/drawing/2014/main" id="{5C0304EF-2308-4A58-BFD4-EAB0B4B239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6063086" y="426382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3" name="Picture 142">
              <a:extLst>
                <a:ext uri="{FF2B5EF4-FFF2-40B4-BE49-F238E27FC236}">
                  <a16:creationId xmlns="" xmlns:a16="http://schemas.microsoft.com/office/drawing/2014/main" id="{0FEB59AC-3741-4A2C-98E1-2162AA35078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sp useBgFill="1">
          <p:nvSpPr>
            <p:cNvPr id="144" name="Rounded Rectangle 24">
              <a:extLst>
                <a:ext uri="{FF2B5EF4-FFF2-40B4-BE49-F238E27FC236}">
                  <a16:creationId xmlns="" xmlns:a16="http://schemas.microsoft.com/office/drawing/2014/main" id="{F65F272E-9F88-4790-99EA-E03E63669EB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6063086" y="5769570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5" name="Picture 144">
              <a:extLst>
                <a:ext uri="{FF2B5EF4-FFF2-40B4-BE49-F238E27FC236}">
                  <a16:creationId xmlns="" xmlns:a16="http://schemas.microsoft.com/office/drawing/2014/main" id="{3A88E028-9261-4451-B23D-34BA8976D9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graphicFrame>
        <p:nvGraphicFramePr>
          <p:cNvPr id="131" name="Content Placeholder">
            <a:extLst>
              <a:ext uri="{FF2B5EF4-FFF2-40B4-BE49-F238E27FC236}">
                <a16:creationId xmlns="" xmlns:a16="http://schemas.microsoft.com/office/drawing/2014/main" id="{9EE0D208-21C7-AD1B-8756-84480FF86B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8393396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5545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488DB6F-238F-4BEF-B28F-87D9F674A3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36" name="Rectangle 35">
              <a:extLst>
                <a:ext uri="{FF2B5EF4-FFF2-40B4-BE49-F238E27FC236}">
                  <a16:creationId xmlns="" xmlns:a16="http://schemas.microsoft.com/office/drawing/2014/main" id="{DD071421-D153-4C0F-A43D-77AF883B34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="" xmlns:a16="http://schemas.microsoft.com/office/drawing/2014/main" id="{E871F7D8-217E-4113-83FA-FFAC54BE7F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="" xmlns:a16="http://schemas.microsoft.com/office/drawing/2014/main" id="{AE6B31E5-D515-487D-98AE-A3251F2F167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="" xmlns:a16="http://schemas.microsoft.com/office/drawing/2014/main" id="{8DFB339C-7306-4C4B-A75F-5BEE240BA26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40" name="Picture 39">
                <a:extLst>
                  <a:ext uri="{FF2B5EF4-FFF2-40B4-BE49-F238E27FC236}">
                    <a16:creationId xmlns="" xmlns:a16="http://schemas.microsoft.com/office/drawing/2014/main" id="{A1202C9E-12FB-4368-AD4E-40992C25144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="" xmlns:a16="http://schemas.microsoft.com/office/drawing/2014/main" id="{F3E08DAB-0254-426B-80D4-79EF92845E8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Benefits of Image processing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B796F99-70AC-4221-AB20-DFE9599613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and glasses on a table&#10;&#10;Description automatically generated">
            <a:extLst>
              <a:ext uri="{FF2B5EF4-FFF2-40B4-BE49-F238E27FC236}">
                <a16:creationId xmlns="" xmlns:a16="http://schemas.microsoft.com/office/drawing/2014/main" id="{EAF9D715-912D-52E5-C47E-6C97FEEF924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rcRect l="21747" r="33546" b="2"/>
          <a:stretch/>
        </p:blipFill>
        <p:spPr>
          <a:xfrm>
            <a:off x="1412683" y="1410208"/>
            <a:ext cx="3876801" cy="385878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3017F138-68A9-4F3F-B240-D26602C26C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>
                <a:ea typeface="+mn-lt"/>
                <a:cs typeface="+mn-lt"/>
              </a:rPr>
              <a:t>Enhanced Visual Information</a:t>
            </a:r>
            <a:r>
              <a:rPr lang="en-US" sz="2200">
                <a:ea typeface="+mn-lt"/>
                <a:cs typeface="+mn-lt"/>
              </a:rPr>
              <a:t>: It improves image quality for clearer interpretation and analysis.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2200" b="1">
                <a:ea typeface="+mn-lt"/>
                <a:cs typeface="+mn-lt"/>
              </a:rPr>
              <a:t>Automation and Efficiency</a:t>
            </a:r>
            <a:r>
              <a:rPr lang="en-US" sz="2200">
                <a:ea typeface="+mn-lt"/>
                <a:cs typeface="+mn-lt"/>
              </a:rPr>
              <a:t>: Enables automated tasks like object detection, saving time and reducing errors.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2200" b="1">
                <a:ea typeface="+mn-lt"/>
                <a:cs typeface="+mn-lt"/>
              </a:rPr>
              <a:t>Medical Diagnosis</a:t>
            </a:r>
            <a:r>
              <a:rPr lang="en-US" sz="2200">
                <a:ea typeface="+mn-lt"/>
                <a:cs typeface="+mn-lt"/>
              </a:rPr>
              <a:t>: Aids in early disease detection through medical imaging.</a:t>
            </a:r>
          </a:p>
          <a:p>
            <a:pPr marL="0" indent="0">
              <a:lnSpc>
                <a:spcPct val="90000"/>
              </a:lnSpc>
              <a:buSzPct val="114999"/>
              <a:buNone/>
            </a:pPr>
            <a:endParaRPr lang="en-US" sz="220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58FCF31-FE68-667D-1D3A-78DA7F53E067}"/>
              </a:ext>
            </a:extLst>
          </p:cNvPr>
          <p:cNvSpPr txBox="1"/>
          <p:nvPr/>
        </p:nvSpPr>
        <p:spPr>
          <a:xfrm>
            <a:off x="2767640" y="5068933"/>
            <a:ext cx="2521844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BY-NC-ND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665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22EA09-EB53-2E6D-164D-74C0E021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APPLICATION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12DC62-6AE7-0CA1-1371-80777A2A3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1">
                <a:ea typeface="+mn-lt"/>
                <a:cs typeface="+mn-lt"/>
              </a:rPr>
              <a:t>Healthcare</a:t>
            </a:r>
            <a:r>
              <a:rPr lang="en-US" sz="1700">
                <a:ea typeface="+mn-lt"/>
                <a:cs typeface="+mn-lt"/>
              </a:rPr>
              <a:t>: ML aids in disease diagnosis, drug discovery, and personalized treatment plans based on patient data.</a:t>
            </a:r>
            <a:endParaRPr lang="en-US" sz="1700"/>
          </a:p>
          <a:p>
            <a:pPr>
              <a:lnSpc>
                <a:spcPct val="90000"/>
              </a:lnSpc>
              <a:buSzPct val="114999"/>
            </a:pPr>
            <a:r>
              <a:rPr lang="en-US" sz="1700" b="1">
                <a:ea typeface="+mn-lt"/>
                <a:cs typeface="+mn-lt"/>
              </a:rPr>
              <a:t>Finance</a:t>
            </a:r>
            <a:r>
              <a:rPr lang="en-US" sz="1700">
                <a:ea typeface="+mn-lt"/>
                <a:cs typeface="+mn-lt"/>
              </a:rPr>
              <a:t>: ML models predict stock prices, detect fraud, and optimize investment portfolios.</a:t>
            </a:r>
            <a:endParaRPr lang="en-US" sz="1700"/>
          </a:p>
          <a:p>
            <a:pPr>
              <a:lnSpc>
                <a:spcPct val="90000"/>
              </a:lnSpc>
              <a:buSzPct val="114999"/>
            </a:pPr>
            <a:r>
              <a:rPr lang="en-US" sz="1700" b="1">
                <a:ea typeface="+mn-lt"/>
                <a:cs typeface="+mn-lt"/>
              </a:rPr>
              <a:t>Autonomous Vehicles</a:t>
            </a:r>
            <a:r>
              <a:rPr lang="en-US" sz="1700">
                <a:ea typeface="+mn-lt"/>
                <a:cs typeface="+mn-lt"/>
              </a:rPr>
              <a:t>: ML algorithms enable self-driving cars to perceive their environment and make driving decisions.</a:t>
            </a:r>
            <a:endParaRPr lang="en-US" sz="1700"/>
          </a:p>
          <a:p>
            <a:pPr>
              <a:lnSpc>
                <a:spcPct val="90000"/>
              </a:lnSpc>
              <a:buSzPct val="114999"/>
            </a:pPr>
            <a:r>
              <a:rPr lang="en-US" sz="1700" b="1">
                <a:ea typeface="+mn-lt"/>
                <a:cs typeface="+mn-lt"/>
              </a:rPr>
              <a:t>Natural Language Processing</a:t>
            </a:r>
            <a:r>
              <a:rPr lang="en-US" sz="1700">
                <a:ea typeface="+mn-lt"/>
                <a:cs typeface="+mn-lt"/>
              </a:rPr>
              <a:t>: Used in chatbots, language translation, and sentiment analysis for customer service and communication.</a:t>
            </a:r>
            <a:endParaRPr lang="en-US" sz="1700"/>
          </a:p>
          <a:p>
            <a:pPr>
              <a:lnSpc>
                <a:spcPct val="90000"/>
              </a:lnSpc>
              <a:buSzPct val="114999"/>
            </a:pPr>
            <a:r>
              <a:rPr lang="en-US" sz="1700" b="1">
                <a:ea typeface="+mn-lt"/>
                <a:cs typeface="+mn-lt"/>
              </a:rPr>
              <a:t>Image Recognition</a:t>
            </a:r>
            <a:r>
              <a:rPr lang="en-US" sz="1700">
                <a:ea typeface="+mn-lt"/>
                <a:cs typeface="+mn-lt"/>
              </a:rPr>
              <a:t>: ML identifies objects in images, essential for facial recognition, security systems, and content tagging.</a:t>
            </a:r>
            <a:endParaRPr lang="en-US" sz="1700"/>
          </a:p>
          <a:p>
            <a:pPr>
              <a:lnSpc>
                <a:spcPct val="90000"/>
              </a:lnSpc>
              <a:buSzPct val="114999"/>
            </a:pPr>
            <a:endParaRPr lang="en-US" sz="1700"/>
          </a:p>
        </p:txBody>
      </p:sp>
      <p:pic>
        <p:nvPicPr>
          <p:cNvPr id="8" name="Picture 7" descr="8 Industries Making the Most of Machine Learning Applications">
            <a:extLst>
              <a:ext uri="{FF2B5EF4-FFF2-40B4-BE49-F238E27FC236}">
                <a16:creationId xmlns="" xmlns:a16="http://schemas.microsoft.com/office/drawing/2014/main" id="{2475AA2B-8FD4-E8AA-F228-97420A52B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686" y="2634343"/>
            <a:ext cx="3450771" cy="345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26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roup 813">
            <a:extLst>
              <a:ext uri="{FF2B5EF4-FFF2-40B4-BE49-F238E27FC236}">
                <a16:creationId xmlns="" xmlns:a16="http://schemas.microsoft.com/office/drawing/2014/main" id="{5E6E1520-2FF6-4854-9AF4-AEF2311B583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815" name="Rectangle 814">
              <a:extLst>
                <a:ext uri="{FF2B5EF4-FFF2-40B4-BE49-F238E27FC236}">
                  <a16:creationId xmlns="" xmlns:a16="http://schemas.microsoft.com/office/drawing/2014/main" id="{BA5D1594-F7BA-4C1C-9385-FD09BD2A6F8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16" name="Group 815">
              <a:extLst>
                <a:ext uri="{FF2B5EF4-FFF2-40B4-BE49-F238E27FC236}">
                  <a16:creationId xmlns="" xmlns:a16="http://schemas.microsoft.com/office/drawing/2014/main" id="{251BC212-81ED-4D4F-A9E1-FE62C9B06D8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817" name="Picture 816">
                <a:extLst>
                  <a:ext uri="{FF2B5EF4-FFF2-40B4-BE49-F238E27FC236}">
                    <a16:creationId xmlns="" xmlns:a16="http://schemas.microsoft.com/office/drawing/2014/main" id="{A2993D6C-D352-4196-8909-21BFE986372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818" name="Rectangle 817">
                <a:extLst>
                  <a:ext uri="{FF2B5EF4-FFF2-40B4-BE49-F238E27FC236}">
                    <a16:creationId xmlns="" xmlns:a16="http://schemas.microsoft.com/office/drawing/2014/main" id="{DC52BDAD-556E-4C4C-B776-FD44D9082A6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819" name="Picture 818">
                <a:extLst>
                  <a:ext uri="{FF2B5EF4-FFF2-40B4-BE49-F238E27FC236}">
                    <a16:creationId xmlns="" xmlns:a16="http://schemas.microsoft.com/office/drawing/2014/main" id="{46D91A09-3DF6-490E-955F-8671B86A13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820" name="Picture 819">
                <a:extLst>
                  <a:ext uri="{FF2B5EF4-FFF2-40B4-BE49-F238E27FC236}">
                    <a16:creationId xmlns="" xmlns:a16="http://schemas.microsoft.com/office/drawing/2014/main" id="{DEAA77F7-514B-46E6-980A-60EF5248336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=""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Conclusion and Future Directions</a:t>
            </a:r>
          </a:p>
        </p:txBody>
      </p:sp>
      <p:sp>
        <p:nvSpPr>
          <p:cNvPr id="822" name="Rectangle 821">
            <a:extLst>
              <a:ext uri="{FF2B5EF4-FFF2-40B4-BE49-F238E27FC236}">
                <a16:creationId xmlns="" xmlns:a16="http://schemas.microsoft.com/office/drawing/2014/main" id="{64D0FF6F-093D-47AB-9CBA-8BBEF7F733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8" name="Picture 807" descr="A diagram of a computer&#10;&#10;Description automatically generated">
            <a:extLst>
              <a:ext uri="{FF2B5EF4-FFF2-40B4-BE49-F238E27FC236}">
                <a16:creationId xmlns="" xmlns:a16="http://schemas.microsoft.com/office/drawing/2014/main" id="{C5419DF4-3B92-E37F-4063-500A34576E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412683" y="2330032"/>
            <a:ext cx="5278777" cy="2019132"/>
          </a:xfrm>
          <a:prstGeom prst="rect">
            <a:avLst/>
          </a:prstGeom>
        </p:spPr>
      </p:pic>
      <p:cxnSp>
        <p:nvCxnSpPr>
          <p:cNvPr id="824" name="Straight Connector 823">
            <a:extLst>
              <a:ext uri="{FF2B5EF4-FFF2-40B4-BE49-F238E27FC236}">
                <a16:creationId xmlns="" xmlns:a16="http://schemas.microsoft.com/office/drawing/2014/main" id="{1163510C-FF2B-41B2-AEFC-A952A75074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Content Placeholder 803">
            <a:extLst>
              <a:ext uri="{FF2B5EF4-FFF2-40B4-BE49-F238E27FC236}">
                <a16:creationId xmlns="" xmlns:a16="http://schemas.microsoft.com/office/drawing/2014/main" id="{03C13A2F-00F5-3C1F-2AF8-AD821B3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2687" y="2727725"/>
            <a:ext cx="3373908" cy="46195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b="1">
                <a:ea typeface="+mn-lt"/>
                <a:cs typeface="+mn-lt"/>
              </a:rPr>
              <a:t>Improved Image Quality</a:t>
            </a:r>
            <a:r>
              <a:rPr lang="en-US" sz="1100">
                <a:ea typeface="+mn-lt"/>
                <a:cs typeface="+mn-lt"/>
              </a:rPr>
              <a:t>: ML-based image resizers can retain image quality while reducing size,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100" b="1">
                <a:ea typeface="+mn-lt"/>
                <a:cs typeface="+mn-lt"/>
              </a:rPr>
              <a:t>Optimized Loading Times</a:t>
            </a:r>
            <a:r>
              <a:rPr lang="en-US" sz="1100">
                <a:ea typeface="+mn-lt"/>
                <a:cs typeface="+mn-lt"/>
              </a:rPr>
              <a:t>: Faster-loading web pages and applications lead to improved user engagement and reduced bounce rates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100" b="1">
                <a:ea typeface="+mn-lt"/>
                <a:cs typeface="+mn-lt"/>
              </a:rPr>
              <a:t>Bandwidth Savings</a:t>
            </a:r>
            <a:r>
              <a:rPr lang="en-US" sz="1100">
                <a:ea typeface="+mn-lt"/>
                <a:cs typeface="+mn-lt"/>
              </a:rPr>
              <a:t>: Reduced image file sizes save on bandwidth costs for website owners and benefit users with limited data plans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100" b="1">
                <a:ea typeface="+mn-lt"/>
                <a:cs typeface="+mn-lt"/>
              </a:rPr>
              <a:t>Cross-Platform Compatibility</a:t>
            </a:r>
            <a:r>
              <a:rPr lang="en-US" sz="1100">
                <a:ea typeface="+mn-lt"/>
                <a:cs typeface="+mn-lt"/>
              </a:rPr>
              <a:t>: ML-based resizers can adapt images for various devices and screen sizes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100" b="1">
                <a:ea typeface="+mn-lt"/>
                <a:cs typeface="+mn-lt"/>
              </a:rPr>
              <a:t>Future Potential</a:t>
            </a:r>
            <a:r>
              <a:rPr lang="en-US" sz="1100">
                <a:ea typeface="+mn-lt"/>
                <a:cs typeface="+mn-lt"/>
              </a:rPr>
              <a:t>: As machine learning continues to advance, these resizers can adapt and improve</a:t>
            </a:r>
            <a:endParaRPr lang="en-US" sz="1100"/>
          </a:p>
        </p:txBody>
      </p:sp>
      <p:sp>
        <p:nvSpPr>
          <p:cNvPr id="809" name="TextBox 808">
            <a:extLst>
              <a:ext uri="{FF2B5EF4-FFF2-40B4-BE49-F238E27FC236}">
                <a16:creationId xmlns="" xmlns:a16="http://schemas.microsoft.com/office/drawing/2014/main" id="{7D25F768-9FCC-0D03-6296-3FB5F2FA071E}"/>
              </a:ext>
            </a:extLst>
          </p:cNvPr>
          <p:cNvSpPr txBox="1"/>
          <p:nvPr/>
        </p:nvSpPr>
        <p:spPr>
          <a:xfrm>
            <a:off x="4491820" y="4149109"/>
            <a:ext cx="2199640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58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44A684-19AD-E398-37E1-F90189CC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1" y="990601"/>
            <a:ext cx="9372600" cy="4884738"/>
          </a:xfrm>
        </p:spPr>
      </p:pic>
    </p:spTree>
    <p:extLst>
      <p:ext uri="{BB962C8B-B14F-4D97-AF65-F5344CB8AC3E}">
        <p14:creationId xmlns:p14="http://schemas.microsoft.com/office/powerpoint/2010/main" val="31970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700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Organic</vt:lpstr>
      <vt:lpstr> HYBRID MACHINE LEARNING PROJECT</vt:lpstr>
      <vt:lpstr>Presentation :- Image processing </vt:lpstr>
      <vt:lpstr> Introduction on Image processing</vt:lpstr>
      <vt:lpstr>Slide 3: Project Overview</vt:lpstr>
      <vt:lpstr>Machine Learning Approach</vt:lpstr>
      <vt:lpstr>Language Introduction</vt:lpstr>
      <vt:lpstr>GUI using tkinter in python</vt:lpstr>
      <vt:lpstr>Pillow (a fork of PIL)</vt:lpstr>
      <vt:lpstr>Step of image processing</vt:lpstr>
      <vt:lpstr> Performance Evaluation</vt:lpstr>
      <vt:lpstr>Benefits of Image processing</vt:lpstr>
      <vt:lpstr>APPLICATION OF MACHINE LEARNING</vt:lpstr>
      <vt:lpstr>Conclusion and Future Directions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DELL</cp:lastModifiedBy>
  <cp:revision>5</cp:revision>
  <dcterms:created xsi:type="dcterms:W3CDTF">2023-09-14T13:52:40Z</dcterms:created>
  <dcterms:modified xsi:type="dcterms:W3CDTF">2023-09-15T04:14:50Z</dcterms:modified>
</cp:coreProperties>
</file>